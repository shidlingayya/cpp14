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71" r:id="rId4"/>
    <p:sldId id="267" r:id="rId5"/>
    <p:sldId id="268" r:id="rId6"/>
    <p:sldId id="279" r:id="rId7"/>
    <p:sldId id="280" r:id="rId8"/>
    <p:sldId id="269" r:id="rId9"/>
    <p:sldId id="270" r:id="rId10"/>
    <p:sldId id="278" r:id="rId11"/>
    <p:sldId id="272" r:id="rId12"/>
    <p:sldId id="273" r:id="rId13"/>
    <p:sldId id="274" r:id="rId14"/>
    <p:sldId id="275" r:id="rId15"/>
    <p:sldId id="276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rlekoppa, Shidlingayya" userId="87b2455b-f068-46d1-82f6-ecda64ed59a5" providerId="ADAL" clId="{A2078572-E413-4197-A58A-6AC690D7F475}"/>
    <pc:docChg chg="modSld">
      <pc:chgData name="Gorlekoppa, Shidlingayya" userId="87b2455b-f068-46d1-82f6-ecda64ed59a5" providerId="ADAL" clId="{A2078572-E413-4197-A58A-6AC690D7F475}" dt="2022-04-19T01:49:29.952" v="27" actId="20577"/>
      <pc:docMkLst>
        <pc:docMk/>
      </pc:docMkLst>
      <pc:sldChg chg="modSp mod">
        <pc:chgData name="Gorlekoppa, Shidlingayya" userId="87b2455b-f068-46d1-82f6-ecda64ed59a5" providerId="ADAL" clId="{A2078572-E413-4197-A58A-6AC690D7F475}" dt="2022-04-19T01:23:13.584" v="1" actId="1076"/>
        <pc:sldMkLst>
          <pc:docMk/>
          <pc:sldMk cId="2563929505" sldId="257"/>
        </pc:sldMkLst>
        <pc:picChg chg="mod">
          <ac:chgData name="Gorlekoppa, Shidlingayya" userId="87b2455b-f068-46d1-82f6-ecda64ed59a5" providerId="ADAL" clId="{A2078572-E413-4197-A58A-6AC690D7F475}" dt="2022-04-19T01:23:13.584" v="1" actId="1076"/>
          <ac:picMkLst>
            <pc:docMk/>
            <pc:sldMk cId="2563929505" sldId="257"/>
            <ac:picMk id="5" creationId="{00000000-0000-0000-0000-000000000000}"/>
          </ac:picMkLst>
        </pc:picChg>
      </pc:sldChg>
      <pc:sldChg chg="modSp mod">
        <pc:chgData name="Gorlekoppa, Shidlingayya" userId="87b2455b-f068-46d1-82f6-ecda64ed59a5" providerId="ADAL" clId="{A2078572-E413-4197-A58A-6AC690D7F475}" dt="2022-04-19T01:32:10.860" v="13" actId="20577"/>
        <pc:sldMkLst>
          <pc:docMk/>
          <pc:sldMk cId="642299401" sldId="259"/>
        </pc:sldMkLst>
        <pc:spChg chg="mod">
          <ac:chgData name="Gorlekoppa, Shidlingayya" userId="87b2455b-f068-46d1-82f6-ecda64ed59a5" providerId="ADAL" clId="{A2078572-E413-4197-A58A-6AC690D7F475}" dt="2022-04-19T01:32:10.860" v="13" actId="20577"/>
          <ac:spMkLst>
            <pc:docMk/>
            <pc:sldMk cId="642299401" sldId="259"/>
            <ac:spMk id="9" creationId="{00000000-0000-0000-0000-000000000000}"/>
          </ac:spMkLst>
        </pc:spChg>
        <pc:picChg chg="mod">
          <ac:chgData name="Gorlekoppa, Shidlingayya" userId="87b2455b-f068-46d1-82f6-ecda64ed59a5" providerId="ADAL" clId="{A2078572-E413-4197-A58A-6AC690D7F475}" dt="2022-04-19T01:32:02.417" v="6" actId="14100"/>
          <ac:picMkLst>
            <pc:docMk/>
            <pc:sldMk cId="642299401" sldId="259"/>
            <ac:picMk id="5" creationId="{00000000-0000-0000-0000-000000000000}"/>
          </ac:picMkLst>
        </pc:picChg>
      </pc:sldChg>
      <pc:sldChg chg="modSp mod">
        <pc:chgData name="Gorlekoppa, Shidlingayya" userId="87b2455b-f068-46d1-82f6-ecda64ed59a5" providerId="ADAL" clId="{A2078572-E413-4197-A58A-6AC690D7F475}" dt="2022-04-19T01:47:56.683" v="23" actId="20577"/>
        <pc:sldMkLst>
          <pc:docMk/>
          <pc:sldMk cId="2004205863" sldId="272"/>
        </pc:sldMkLst>
        <pc:spChg chg="mod">
          <ac:chgData name="Gorlekoppa, Shidlingayya" userId="87b2455b-f068-46d1-82f6-ecda64ed59a5" providerId="ADAL" clId="{A2078572-E413-4197-A58A-6AC690D7F475}" dt="2022-04-19T01:47:56.683" v="23" actId="20577"/>
          <ac:spMkLst>
            <pc:docMk/>
            <pc:sldMk cId="2004205863" sldId="272"/>
            <ac:spMk id="6" creationId="{00000000-0000-0000-0000-000000000000}"/>
          </ac:spMkLst>
        </pc:spChg>
      </pc:sldChg>
      <pc:sldChg chg="modSp mod">
        <pc:chgData name="Gorlekoppa, Shidlingayya" userId="87b2455b-f068-46d1-82f6-ecda64ed59a5" providerId="ADAL" clId="{A2078572-E413-4197-A58A-6AC690D7F475}" dt="2022-04-19T01:48:57.268" v="26" actId="14100"/>
        <pc:sldMkLst>
          <pc:docMk/>
          <pc:sldMk cId="3899053376" sldId="275"/>
        </pc:sldMkLst>
        <pc:spChg chg="mod">
          <ac:chgData name="Gorlekoppa, Shidlingayya" userId="87b2455b-f068-46d1-82f6-ecda64ed59a5" providerId="ADAL" clId="{A2078572-E413-4197-A58A-6AC690D7F475}" dt="2022-04-19T01:48:57.268" v="26" actId="14100"/>
          <ac:spMkLst>
            <pc:docMk/>
            <pc:sldMk cId="3899053376" sldId="275"/>
            <ac:spMk id="8" creationId="{09AA7179-62DA-4992-94A9-133445D6862B}"/>
          </ac:spMkLst>
        </pc:spChg>
      </pc:sldChg>
      <pc:sldChg chg="modSp mod">
        <pc:chgData name="Gorlekoppa, Shidlingayya" userId="87b2455b-f068-46d1-82f6-ecda64ed59a5" providerId="ADAL" clId="{A2078572-E413-4197-A58A-6AC690D7F475}" dt="2022-04-19T01:49:29.952" v="27" actId="20577"/>
        <pc:sldMkLst>
          <pc:docMk/>
          <pc:sldMk cId="2315177520" sldId="276"/>
        </pc:sldMkLst>
        <pc:spChg chg="mod">
          <ac:chgData name="Gorlekoppa, Shidlingayya" userId="87b2455b-f068-46d1-82f6-ecda64ed59a5" providerId="ADAL" clId="{A2078572-E413-4197-A58A-6AC690D7F475}" dt="2022-04-19T01:49:29.952" v="27" actId="20577"/>
          <ac:spMkLst>
            <pc:docMk/>
            <pc:sldMk cId="2315177520" sldId="276"/>
            <ac:spMk id="2" creationId="{00000000-0000-0000-0000-000000000000}"/>
          </ac:spMkLst>
        </pc:spChg>
      </pc:sldChg>
    </pc:docChg>
  </pc:docChgLst>
  <pc:docChgLst>
    <pc:chgData name="Shidlingayya" userId="87b2455b-f068-46d1-82f6-ecda64ed59a5" providerId="ADAL" clId="{B6F04373-C561-459D-A31F-AB44FEC042B7}"/>
    <pc:docChg chg="undo custSel addSld delSld modSld sldOrd">
      <pc:chgData name="Shidlingayya" userId="87b2455b-f068-46d1-82f6-ecda64ed59a5" providerId="ADAL" clId="{B6F04373-C561-459D-A31F-AB44FEC042B7}" dt="2022-01-01T03:57:20.592" v="1977"/>
      <pc:docMkLst>
        <pc:docMk/>
      </pc:docMkLst>
      <pc:sldChg chg="modSp mod">
        <pc:chgData name="Shidlingayya" userId="87b2455b-f068-46d1-82f6-ecda64ed59a5" providerId="ADAL" clId="{B6F04373-C561-459D-A31F-AB44FEC042B7}" dt="2021-12-31T14:10:20.913" v="231" actId="20577"/>
        <pc:sldMkLst>
          <pc:docMk/>
          <pc:sldMk cId="2127238059" sldId="256"/>
        </pc:sldMkLst>
        <pc:spChg chg="mod">
          <ac:chgData name="Shidlingayya" userId="87b2455b-f068-46d1-82f6-ecda64ed59a5" providerId="ADAL" clId="{B6F04373-C561-459D-A31F-AB44FEC042B7}" dt="2021-12-31T14:10:20.913" v="231" actId="20577"/>
          <ac:spMkLst>
            <pc:docMk/>
            <pc:sldMk cId="2127238059" sldId="256"/>
            <ac:spMk id="9" creationId="{00000000-0000-0000-0000-000000000000}"/>
          </ac:spMkLst>
        </pc:spChg>
      </pc:sldChg>
      <pc:sldChg chg="modSp mod">
        <pc:chgData name="Shidlingayya" userId="87b2455b-f068-46d1-82f6-ecda64ed59a5" providerId="ADAL" clId="{B6F04373-C561-459D-A31F-AB44FEC042B7}" dt="2021-12-31T13:52:12.717" v="2" actId="1036"/>
        <pc:sldMkLst>
          <pc:docMk/>
          <pc:sldMk cId="2563929505" sldId="257"/>
        </pc:sldMkLst>
        <pc:spChg chg="mod">
          <ac:chgData name="Shidlingayya" userId="87b2455b-f068-46d1-82f6-ecda64ed59a5" providerId="ADAL" clId="{B6F04373-C561-459D-A31F-AB44FEC042B7}" dt="2021-12-31T13:52:12.717" v="2" actId="1036"/>
          <ac:spMkLst>
            <pc:docMk/>
            <pc:sldMk cId="2563929505" sldId="257"/>
            <ac:spMk id="9" creationId="{00000000-0000-0000-0000-000000000000}"/>
          </ac:spMkLst>
        </pc:spChg>
      </pc:sldChg>
      <pc:sldChg chg="add del">
        <pc:chgData name="Shidlingayya" userId="87b2455b-f068-46d1-82f6-ecda64ed59a5" providerId="ADAL" clId="{B6F04373-C561-459D-A31F-AB44FEC042B7}" dt="2021-12-31T14:10:38.865" v="233" actId="2696"/>
        <pc:sldMkLst>
          <pc:docMk/>
          <pc:sldMk cId="4286543109" sldId="260"/>
        </pc:sldMkLst>
      </pc:sldChg>
      <pc:sldChg chg="addSp delSp modSp add mod">
        <pc:chgData name="Shidlingayya" userId="87b2455b-f068-46d1-82f6-ecda64ed59a5" providerId="ADAL" clId="{B6F04373-C561-459D-A31F-AB44FEC042B7}" dt="2021-12-31T14:40:15.065" v="426" actId="14100"/>
        <pc:sldMkLst>
          <pc:docMk/>
          <pc:sldMk cId="22217176" sldId="274"/>
        </pc:sldMkLst>
        <pc:spChg chg="mod">
          <ac:chgData name="Shidlingayya" userId="87b2455b-f068-46d1-82f6-ecda64ed59a5" providerId="ADAL" clId="{B6F04373-C561-459D-A31F-AB44FEC042B7}" dt="2021-12-31T14:35:24.839" v="413" actId="14100"/>
          <ac:spMkLst>
            <pc:docMk/>
            <pc:sldMk cId="22217176" sldId="274"/>
            <ac:spMk id="9" creationId="{00000000-0000-0000-0000-000000000000}"/>
          </ac:spMkLst>
        </pc:spChg>
        <pc:picChg chg="del">
          <ac:chgData name="Shidlingayya" userId="87b2455b-f068-46d1-82f6-ecda64ed59a5" providerId="ADAL" clId="{B6F04373-C561-459D-A31F-AB44FEC042B7}" dt="2021-12-31T14:10:46.896" v="235" actId="478"/>
          <ac:picMkLst>
            <pc:docMk/>
            <pc:sldMk cId="22217176" sldId="274"/>
            <ac:picMk id="3" creationId="{00000000-0000-0000-0000-000000000000}"/>
          </ac:picMkLst>
        </pc:picChg>
        <pc:picChg chg="add mod">
          <ac:chgData name="Shidlingayya" userId="87b2455b-f068-46d1-82f6-ecda64ed59a5" providerId="ADAL" clId="{B6F04373-C561-459D-A31F-AB44FEC042B7}" dt="2021-12-31T14:40:15.065" v="426" actId="14100"/>
          <ac:picMkLst>
            <pc:docMk/>
            <pc:sldMk cId="22217176" sldId="274"/>
            <ac:picMk id="5" creationId="{AA7FF696-7149-471E-8BD8-415CECF6680A}"/>
          </ac:picMkLst>
        </pc:picChg>
        <pc:picChg chg="del">
          <ac:chgData name="Shidlingayya" userId="87b2455b-f068-46d1-82f6-ecda64ed59a5" providerId="ADAL" clId="{B6F04373-C561-459D-A31F-AB44FEC042B7}" dt="2021-12-31T14:10:49.398" v="236" actId="478"/>
          <ac:picMkLst>
            <pc:docMk/>
            <pc:sldMk cId="22217176" sldId="274"/>
            <ac:picMk id="6" creationId="{00000000-0000-0000-0000-000000000000}"/>
          </ac:picMkLst>
        </pc:picChg>
      </pc:sldChg>
      <pc:sldChg chg="addSp delSp modSp add del mod">
        <pc:chgData name="Shidlingayya" userId="87b2455b-f068-46d1-82f6-ecda64ed59a5" providerId="ADAL" clId="{B6F04373-C561-459D-A31F-AB44FEC042B7}" dt="2021-12-31T14:09:55.946" v="158" actId="2890"/>
        <pc:sldMkLst>
          <pc:docMk/>
          <pc:sldMk cId="3633666270" sldId="274"/>
        </pc:sldMkLst>
        <pc:picChg chg="add del mod">
          <ac:chgData name="Shidlingayya" userId="87b2455b-f068-46d1-82f6-ecda64ed59a5" providerId="ADAL" clId="{B6F04373-C561-459D-A31F-AB44FEC042B7}" dt="2021-12-31T14:09:55.391" v="157" actId="1076"/>
          <ac:picMkLst>
            <pc:docMk/>
            <pc:sldMk cId="3633666270" sldId="274"/>
            <ac:picMk id="6" creationId="{00000000-0000-0000-0000-000000000000}"/>
          </ac:picMkLst>
        </pc:picChg>
      </pc:sldChg>
      <pc:sldChg chg="addSp delSp modSp add mod">
        <pc:chgData name="Shidlingayya" userId="87b2455b-f068-46d1-82f6-ecda64ed59a5" providerId="ADAL" clId="{B6F04373-C561-459D-A31F-AB44FEC042B7}" dt="2021-12-31T15:13:29.974" v="972" actId="108"/>
        <pc:sldMkLst>
          <pc:docMk/>
          <pc:sldMk cId="3899053376" sldId="275"/>
        </pc:sldMkLst>
        <pc:spChg chg="mod">
          <ac:chgData name="Shidlingayya" userId="87b2455b-f068-46d1-82f6-ecda64ed59a5" providerId="ADAL" clId="{B6F04373-C561-459D-A31F-AB44FEC042B7}" dt="2021-12-31T15:07:26.733" v="434" actId="20577"/>
          <ac:spMkLst>
            <pc:docMk/>
            <pc:sldMk cId="3899053376" sldId="275"/>
            <ac:spMk id="2" creationId="{00000000-0000-0000-0000-000000000000}"/>
          </ac:spMkLst>
        </pc:spChg>
        <pc:spChg chg="add mod">
          <ac:chgData name="Shidlingayya" userId="87b2455b-f068-46d1-82f6-ecda64ed59a5" providerId="ADAL" clId="{B6F04373-C561-459D-A31F-AB44FEC042B7}" dt="2021-12-31T15:10:00.541" v="865" actId="20577"/>
          <ac:spMkLst>
            <pc:docMk/>
            <pc:sldMk cId="3899053376" sldId="275"/>
            <ac:spMk id="8" creationId="{09AA7179-62DA-4992-94A9-133445D6862B}"/>
          </ac:spMkLst>
        </pc:spChg>
        <pc:spChg chg="mod">
          <ac:chgData name="Shidlingayya" userId="87b2455b-f068-46d1-82f6-ecda64ed59a5" providerId="ADAL" clId="{B6F04373-C561-459D-A31F-AB44FEC042B7}" dt="2021-12-31T15:08:04.533" v="555" actId="20577"/>
          <ac:spMkLst>
            <pc:docMk/>
            <pc:sldMk cId="3899053376" sldId="275"/>
            <ac:spMk id="11" creationId="{00000000-0000-0000-0000-000000000000}"/>
          </ac:spMkLst>
        </pc:spChg>
        <pc:picChg chg="del">
          <ac:chgData name="Shidlingayya" userId="87b2455b-f068-46d1-82f6-ecda64ed59a5" providerId="ADAL" clId="{B6F04373-C561-459D-A31F-AB44FEC042B7}" dt="2021-12-31T15:07:28.672" v="435" actId="478"/>
          <ac:picMkLst>
            <pc:docMk/>
            <pc:sldMk cId="3899053376" sldId="275"/>
            <ac:picMk id="4" creationId="{00000000-0000-0000-0000-000000000000}"/>
          </ac:picMkLst>
        </pc:picChg>
        <pc:picChg chg="add mod">
          <ac:chgData name="Shidlingayya" userId="87b2455b-f068-46d1-82f6-ecda64ed59a5" providerId="ADAL" clId="{B6F04373-C561-459D-A31F-AB44FEC042B7}" dt="2021-12-31T15:13:29.974" v="972" actId="108"/>
          <ac:picMkLst>
            <pc:docMk/>
            <pc:sldMk cId="3899053376" sldId="275"/>
            <ac:picMk id="5" creationId="{B6B72546-2C5C-4DE8-97CB-83B9E9BCE8B5}"/>
          </ac:picMkLst>
        </pc:picChg>
      </pc:sldChg>
      <pc:sldChg chg="addSp delSp modSp add mod">
        <pc:chgData name="Shidlingayya" userId="87b2455b-f068-46d1-82f6-ecda64ed59a5" providerId="ADAL" clId="{B6F04373-C561-459D-A31F-AB44FEC042B7}" dt="2021-12-31T15:40:11.751" v="1570" actId="113"/>
        <pc:sldMkLst>
          <pc:docMk/>
          <pc:sldMk cId="2315177520" sldId="276"/>
        </pc:sldMkLst>
        <pc:spChg chg="mod">
          <ac:chgData name="Shidlingayya" userId="87b2455b-f068-46d1-82f6-ecda64ed59a5" providerId="ADAL" clId="{B6F04373-C561-459D-A31F-AB44FEC042B7}" dt="2021-12-31T15:40:11.751" v="1570" actId="113"/>
          <ac:spMkLst>
            <pc:docMk/>
            <pc:sldMk cId="2315177520" sldId="276"/>
            <ac:spMk id="2" creationId="{00000000-0000-0000-0000-000000000000}"/>
          </ac:spMkLst>
        </pc:spChg>
        <pc:spChg chg="add mod">
          <ac:chgData name="Shidlingayya" userId="87b2455b-f068-46d1-82f6-ecda64ed59a5" providerId="ADAL" clId="{B6F04373-C561-459D-A31F-AB44FEC042B7}" dt="2021-12-31T15:17:51.101" v="1133"/>
          <ac:spMkLst>
            <pc:docMk/>
            <pc:sldMk cId="2315177520" sldId="276"/>
            <ac:spMk id="7" creationId="{D33EE108-23D3-4CCC-A169-D09E83C65F5D}"/>
          </ac:spMkLst>
        </pc:spChg>
        <pc:spChg chg="del">
          <ac:chgData name="Shidlingayya" userId="87b2455b-f068-46d1-82f6-ecda64ed59a5" providerId="ADAL" clId="{B6F04373-C561-459D-A31F-AB44FEC042B7}" dt="2021-12-31T15:10:37.248" v="868" actId="478"/>
          <ac:spMkLst>
            <pc:docMk/>
            <pc:sldMk cId="2315177520" sldId="276"/>
            <ac:spMk id="8" creationId="{09AA7179-62DA-4992-94A9-133445D6862B}"/>
          </ac:spMkLst>
        </pc:spChg>
        <pc:spChg chg="add mod">
          <ac:chgData name="Shidlingayya" userId="87b2455b-f068-46d1-82f6-ecda64ed59a5" providerId="ADAL" clId="{B6F04373-C561-459D-A31F-AB44FEC042B7}" dt="2021-12-31T15:20:59.175" v="1214" actId="20577"/>
          <ac:spMkLst>
            <pc:docMk/>
            <pc:sldMk cId="2315177520" sldId="276"/>
            <ac:spMk id="10" creationId="{5FB31683-95B6-4AAD-A31D-70DA7283D0C5}"/>
          </ac:spMkLst>
        </pc:spChg>
        <pc:spChg chg="del">
          <ac:chgData name="Shidlingayya" userId="87b2455b-f068-46d1-82f6-ecda64ed59a5" providerId="ADAL" clId="{B6F04373-C561-459D-A31F-AB44FEC042B7}" dt="2021-12-31T15:12:17.705" v="878" actId="478"/>
          <ac:spMkLst>
            <pc:docMk/>
            <pc:sldMk cId="2315177520" sldId="276"/>
            <ac:spMk id="11" creationId="{00000000-0000-0000-0000-000000000000}"/>
          </ac:spMkLst>
        </pc:spChg>
        <pc:picChg chg="add mod">
          <ac:chgData name="Shidlingayya" userId="87b2455b-f068-46d1-82f6-ecda64ed59a5" providerId="ADAL" clId="{B6F04373-C561-459D-A31F-AB44FEC042B7}" dt="2021-12-31T15:20:05.465" v="1157" actId="14100"/>
          <ac:picMkLst>
            <pc:docMk/>
            <pc:sldMk cId="2315177520" sldId="276"/>
            <ac:picMk id="4" creationId="{8FAA7F99-4A49-41FA-B161-5C41868471BE}"/>
          </ac:picMkLst>
        </pc:picChg>
        <pc:picChg chg="del">
          <ac:chgData name="Shidlingayya" userId="87b2455b-f068-46d1-82f6-ecda64ed59a5" providerId="ADAL" clId="{B6F04373-C561-459D-A31F-AB44FEC042B7}" dt="2021-12-31T15:10:34.807" v="867" actId="478"/>
          <ac:picMkLst>
            <pc:docMk/>
            <pc:sldMk cId="2315177520" sldId="276"/>
            <ac:picMk id="5" creationId="{B6B72546-2C5C-4DE8-97CB-83B9E9BCE8B5}"/>
          </ac:picMkLst>
        </pc:picChg>
        <pc:picChg chg="add mod">
          <ac:chgData name="Shidlingayya" userId="87b2455b-f068-46d1-82f6-ecda64ed59a5" providerId="ADAL" clId="{B6F04373-C561-459D-A31F-AB44FEC042B7}" dt="2021-12-31T15:20:02.847" v="1156" actId="14100"/>
          <ac:picMkLst>
            <pc:docMk/>
            <pc:sldMk cId="2315177520" sldId="276"/>
            <ac:picMk id="12" creationId="{719C9BA4-C67B-4078-BF96-C5B7B461BFD6}"/>
          </ac:picMkLst>
        </pc:picChg>
      </pc:sldChg>
      <pc:sldChg chg="addSp delSp modSp add mod">
        <pc:chgData name="Shidlingayya" userId="87b2455b-f068-46d1-82f6-ecda64ed59a5" providerId="ADAL" clId="{B6F04373-C561-459D-A31F-AB44FEC042B7}" dt="2021-12-31T15:39:53.478" v="1566" actId="108"/>
        <pc:sldMkLst>
          <pc:docMk/>
          <pc:sldMk cId="2632517678" sldId="277"/>
        </pc:sldMkLst>
        <pc:spChg chg="mod">
          <ac:chgData name="Shidlingayya" userId="87b2455b-f068-46d1-82f6-ecda64ed59a5" providerId="ADAL" clId="{B6F04373-C561-459D-A31F-AB44FEC042B7}" dt="2021-12-31T15:35:06.465" v="1242" actId="313"/>
          <ac:spMkLst>
            <pc:docMk/>
            <pc:sldMk cId="2632517678" sldId="277"/>
            <ac:spMk id="2" creationId="{00000000-0000-0000-0000-000000000000}"/>
          </ac:spMkLst>
        </pc:spChg>
        <pc:spChg chg="mod">
          <ac:chgData name="Shidlingayya" userId="87b2455b-f068-46d1-82f6-ecda64ed59a5" providerId="ADAL" clId="{B6F04373-C561-459D-A31F-AB44FEC042B7}" dt="2021-12-31T15:38:43.292" v="1561" actId="20577"/>
          <ac:spMkLst>
            <pc:docMk/>
            <pc:sldMk cId="2632517678" sldId="277"/>
            <ac:spMk id="7" creationId="{D33EE108-23D3-4CCC-A169-D09E83C65F5D}"/>
          </ac:spMkLst>
        </pc:spChg>
        <pc:spChg chg="del mod">
          <ac:chgData name="Shidlingayya" userId="87b2455b-f068-46d1-82f6-ecda64ed59a5" providerId="ADAL" clId="{B6F04373-C561-459D-A31F-AB44FEC042B7}" dt="2021-12-31T15:35:02.769" v="1241" actId="478"/>
          <ac:spMkLst>
            <pc:docMk/>
            <pc:sldMk cId="2632517678" sldId="277"/>
            <ac:spMk id="10" creationId="{5FB31683-95B6-4AAD-A31D-70DA7283D0C5}"/>
          </ac:spMkLst>
        </pc:spChg>
        <pc:picChg chg="del">
          <ac:chgData name="Shidlingayya" userId="87b2455b-f068-46d1-82f6-ecda64ed59a5" providerId="ADAL" clId="{B6F04373-C561-459D-A31F-AB44FEC042B7}" dt="2021-12-31T15:34:57.082" v="1238" actId="478"/>
          <ac:picMkLst>
            <pc:docMk/>
            <pc:sldMk cId="2632517678" sldId="277"/>
            <ac:picMk id="4" creationId="{8FAA7F99-4A49-41FA-B161-5C41868471BE}"/>
          </ac:picMkLst>
        </pc:picChg>
        <pc:picChg chg="add mod">
          <ac:chgData name="Shidlingayya" userId="87b2455b-f068-46d1-82f6-ecda64ed59a5" providerId="ADAL" clId="{B6F04373-C561-459D-A31F-AB44FEC042B7}" dt="2021-12-31T15:39:53.478" v="1566" actId="108"/>
          <ac:picMkLst>
            <pc:docMk/>
            <pc:sldMk cId="2632517678" sldId="277"/>
            <ac:picMk id="5" creationId="{111F2231-7FBB-467B-BF9F-E2D4ADC25C78}"/>
          </ac:picMkLst>
        </pc:picChg>
        <pc:picChg chg="del">
          <ac:chgData name="Shidlingayya" userId="87b2455b-f068-46d1-82f6-ecda64ed59a5" providerId="ADAL" clId="{B6F04373-C561-459D-A31F-AB44FEC042B7}" dt="2021-12-31T15:34:59.038" v="1239" actId="478"/>
          <ac:picMkLst>
            <pc:docMk/>
            <pc:sldMk cId="2632517678" sldId="277"/>
            <ac:picMk id="12" creationId="{719C9BA4-C67B-4078-BF96-C5B7B461BFD6}"/>
          </ac:picMkLst>
        </pc:picChg>
      </pc:sldChg>
      <pc:sldChg chg="delSp modSp add mod">
        <pc:chgData name="Shidlingayya" userId="87b2455b-f068-46d1-82f6-ecda64ed59a5" providerId="ADAL" clId="{B6F04373-C561-459D-A31F-AB44FEC042B7}" dt="2022-01-01T03:20:54.290" v="1974"/>
        <pc:sldMkLst>
          <pc:docMk/>
          <pc:sldMk cId="3020239521" sldId="278"/>
        </pc:sldMkLst>
        <pc:spChg chg="mod">
          <ac:chgData name="Shidlingayya" userId="87b2455b-f068-46d1-82f6-ecda64ed59a5" providerId="ADAL" clId="{B6F04373-C561-459D-A31F-AB44FEC042B7}" dt="2021-12-31T15:40:24.198" v="1597" actId="5793"/>
          <ac:spMkLst>
            <pc:docMk/>
            <pc:sldMk cId="3020239521" sldId="278"/>
            <ac:spMk id="2" creationId="{00000000-0000-0000-0000-000000000000}"/>
          </ac:spMkLst>
        </pc:spChg>
        <pc:spChg chg="del mod">
          <ac:chgData name="Shidlingayya" userId="87b2455b-f068-46d1-82f6-ecda64ed59a5" providerId="ADAL" clId="{B6F04373-C561-459D-A31F-AB44FEC042B7}" dt="2022-01-01T03:20:54.290" v="1974"/>
          <ac:spMkLst>
            <pc:docMk/>
            <pc:sldMk cId="3020239521" sldId="278"/>
            <ac:spMk id="7" creationId="{D33EE108-23D3-4CCC-A169-D09E83C65F5D}"/>
          </ac:spMkLst>
        </pc:spChg>
        <pc:picChg chg="del">
          <ac:chgData name="Shidlingayya" userId="87b2455b-f068-46d1-82f6-ecda64ed59a5" providerId="ADAL" clId="{B6F04373-C561-459D-A31F-AB44FEC042B7}" dt="2021-12-31T15:40:00.514" v="1568" actId="478"/>
          <ac:picMkLst>
            <pc:docMk/>
            <pc:sldMk cId="3020239521" sldId="278"/>
            <ac:picMk id="5" creationId="{111F2231-7FBB-467B-BF9F-E2D4ADC25C78}"/>
          </ac:picMkLst>
        </pc:picChg>
      </pc:sldChg>
      <pc:sldChg chg="addSp modSp add ord">
        <pc:chgData name="Shidlingayya" userId="87b2455b-f068-46d1-82f6-ecda64ed59a5" providerId="ADAL" clId="{B6F04373-C561-459D-A31F-AB44FEC042B7}" dt="2022-01-01T03:57:20.592" v="1977"/>
        <pc:sldMkLst>
          <pc:docMk/>
          <pc:sldMk cId="2517001288" sldId="280"/>
        </pc:sldMkLst>
        <pc:spChg chg="add mod">
          <ac:chgData name="Shidlingayya" userId="87b2455b-f068-46d1-82f6-ecda64ed59a5" providerId="ADAL" clId="{B6F04373-C561-459D-A31F-AB44FEC042B7}" dt="2022-01-01T03:57:20.592" v="1977"/>
          <ac:spMkLst>
            <pc:docMk/>
            <pc:sldMk cId="2517001288" sldId="280"/>
            <ac:spMk id="10" creationId="{C1B9F9AA-51A9-41BC-888A-3D597B8ACCB1}"/>
          </ac:spMkLst>
        </pc:spChg>
      </pc:sldChg>
    </pc:docChg>
  </pc:docChgLst>
  <pc:docChgLst>
    <pc:chgData name="Gorlekoppa, Shidlingayya" userId="87b2455b-f068-46d1-82f6-ecda64ed59a5" providerId="ADAL" clId="{B6F04373-C561-459D-A31F-AB44FEC042B7}"/>
    <pc:docChg chg="undo custSel addSld modSld sldOrd">
      <pc:chgData name="Gorlekoppa, Shidlingayya" userId="87b2455b-f068-46d1-82f6-ecda64ed59a5" providerId="ADAL" clId="{B6F04373-C561-459D-A31F-AB44FEC042B7}" dt="2022-01-11T04:20:12.400" v="2246" actId="14100"/>
      <pc:docMkLst>
        <pc:docMk/>
      </pc:docMkLst>
      <pc:sldChg chg="modSp mod">
        <pc:chgData name="Gorlekoppa, Shidlingayya" userId="87b2455b-f068-46d1-82f6-ecda64ed59a5" providerId="ADAL" clId="{B6F04373-C561-459D-A31F-AB44FEC042B7}" dt="2022-01-10T05:08:14.989" v="0" actId="6549"/>
        <pc:sldMkLst>
          <pc:docMk/>
          <pc:sldMk cId="2089950212" sldId="265"/>
        </pc:sldMkLst>
        <pc:spChg chg="mod">
          <ac:chgData name="Gorlekoppa, Shidlingayya" userId="87b2455b-f068-46d1-82f6-ecda64ed59a5" providerId="ADAL" clId="{B6F04373-C561-459D-A31F-AB44FEC042B7}" dt="2022-01-10T05:08:14.989" v="0" actId="6549"/>
          <ac:spMkLst>
            <pc:docMk/>
            <pc:sldMk cId="2089950212" sldId="265"/>
            <ac:spMk id="3" creationId="{00000000-0000-0000-0000-000000000000}"/>
          </ac:spMkLst>
        </pc:spChg>
      </pc:sldChg>
      <pc:sldChg chg="modSp mod">
        <pc:chgData name="Gorlekoppa, Shidlingayya" userId="87b2455b-f068-46d1-82f6-ecda64ed59a5" providerId="ADAL" clId="{B6F04373-C561-459D-A31F-AB44FEC042B7}" dt="2022-01-10T16:03:44.771" v="2" actId="14100"/>
        <pc:sldMkLst>
          <pc:docMk/>
          <pc:sldMk cId="2517001288" sldId="280"/>
        </pc:sldMkLst>
        <pc:spChg chg="mod">
          <ac:chgData name="Gorlekoppa, Shidlingayya" userId="87b2455b-f068-46d1-82f6-ecda64ed59a5" providerId="ADAL" clId="{B6F04373-C561-459D-A31F-AB44FEC042B7}" dt="2022-01-10T16:03:44.771" v="2" actId="14100"/>
          <ac:spMkLst>
            <pc:docMk/>
            <pc:sldMk cId="2517001288" sldId="280"/>
            <ac:spMk id="7" creationId="{D33EE108-23D3-4CCC-A169-D09E83C65F5D}"/>
          </ac:spMkLst>
        </pc:spChg>
      </pc:sldChg>
      <pc:sldChg chg="addSp modSp mod">
        <pc:chgData name="Gorlekoppa, Shidlingayya" userId="87b2455b-f068-46d1-82f6-ecda64ed59a5" providerId="ADAL" clId="{B6F04373-C561-459D-A31F-AB44FEC042B7}" dt="2022-01-10T16:18:04.598" v="593" actId="14100"/>
        <pc:sldMkLst>
          <pc:docMk/>
          <pc:sldMk cId="3186308610" sldId="281"/>
        </pc:sldMkLst>
        <pc:spChg chg="mod">
          <ac:chgData name="Gorlekoppa, Shidlingayya" userId="87b2455b-f068-46d1-82f6-ecda64ed59a5" providerId="ADAL" clId="{B6F04373-C561-459D-A31F-AB44FEC042B7}" dt="2022-01-10T16:08:00.293" v="120" actId="20577"/>
          <ac:spMkLst>
            <pc:docMk/>
            <pc:sldMk cId="3186308610" sldId="281"/>
            <ac:spMk id="7" creationId="{D33EE108-23D3-4CCC-A169-D09E83C65F5D}"/>
          </ac:spMkLst>
        </pc:spChg>
        <pc:spChg chg="add mod">
          <ac:chgData name="Gorlekoppa, Shidlingayya" userId="87b2455b-f068-46d1-82f6-ecda64ed59a5" providerId="ADAL" clId="{B6F04373-C561-459D-A31F-AB44FEC042B7}" dt="2022-01-10T16:18:04.598" v="593" actId="14100"/>
          <ac:spMkLst>
            <pc:docMk/>
            <pc:sldMk cId="3186308610" sldId="281"/>
            <ac:spMk id="8" creationId="{6710A580-711C-47A3-959D-31F099DAEF84}"/>
          </ac:spMkLst>
        </pc:spChg>
        <pc:picChg chg="add mod">
          <ac:chgData name="Gorlekoppa, Shidlingayya" userId="87b2455b-f068-46d1-82f6-ecda64ed59a5" providerId="ADAL" clId="{B6F04373-C561-459D-A31F-AB44FEC042B7}" dt="2022-01-10T16:18:02.334" v="589" actId="1076"/>
          <ac:picMkLst>
            <pc:docMk/>
            <pc:sldMk cId="3186308610" sldId="281"/>
            <ac:picMk id="4" creationId="{046D7D9E-FDFA-4A10-9B0B-0AE3C25262EE}"/>
          </ac:picMkLst>
        </pc:picChg>
      </pc:sldChg>
      <pc:sldChg chg="addSp delSp modSp add mod">
        <pc:chgData name="Gorlekoppa, Shidlingayya" userId="87b2455b-f068-46d1-82f6-ecda64ed59a5" providerId="ADAL" clId="{B6F04373-C561-459D-A31F-AB44FEC042B7}" dt="2022-01-10T16:26:33.406" v="733" actId="1076"/>
        <pc:sldMkLst>
          <pc:docMk/>
          <pc:sldMk cId="3628781168" sldId="282"/>
        </pc:sldMkLst>
        <pc:spChg chg="del">
          <ac:chgData name="Gorlekoppa, Shidlingayya" userId="87b2455b-f068-46d1-82f6-ecda64ed59a5" providerId="ADAL" clId="{B6F04373-C561-459D-A31F-AB44FEC042B7}" dt="2022-01-10T16:26:04.541" v="727" actId="478"/>
          <ac:spMkLst>
            <pc:docMk/>
            <pc:sldMk cId="3628781168" sldId="282"/>
            <ac:spMk id="2" creationId="{00000000-0000-0000-0000-000000000000}"/>
          </ac:spMkLst>
        </pc:spChg>
        <pc:spChg chg="mod">
          <ac:chgData name="Gorlekoppa, Shidlingayya" userId="87b2455b-f068-46d1-82f6-ecda64ed59a5" providerId="ADAL" clId="{B6F04373-C561-459D-A31F-AB44FEC042B7}" dt="2022-01-10T16:26:25.559" v="730" actId="1076"/>
          <ac:spMkLst>
            <pc:docMk/>
            <pc:sldMk cId="3628781168" sldId="282"/>
            <ac:spMk id="7" creationId="{D33EE108-23D3-4CCC-A169-D09E83C65F5D}"/>
          </ac:spMkLst>
        </pc:spChg>
        <pc:spChg chg="del">
          <ac:chgData name="Gorlekoppa, Shidlingayya" userId="87b2455b-f068-46d1-82f6-ecda64ed59a5" providerId="ADAL" clId="{B6F04373-C561-459D-A31F-AB44FEC042B7}" dt="2022-01-10T16:18:25.013" v="611" actId="478"/>
          <ac:spMkLst>
            <pc:docMk/>
            <pc:sldMk cId="3628781168" sldId="282"/>
            <ac:spMk id="8" creationId="{6710A580-711C-47A3-959D-31F099DAEF84}"/>
          </ac:spMkLst>
        </pc:spChg>
        <pc:spChg chg="add mod">
          <ac:chgData name="Gorlekoppa, Shidlingayya" userId="87b2455b-f068-46d1-82f6-ecda64ed59a5" providerId="ADAL" clId="{B6F04373-C561-459D-A31F-AB44FEC042B7}" dt="2022-01-10T16:26:28.753" v="731" actId="1076"/>
          <ac:spMkLst>
            <pc:docMk/>
            <pc:sldMk cId="3628781168" sldId="282"/>
            <ac:spMk id="10" creationId="{CC0B49DE-113D-48DF-A045-E7708F712910}"/>
          </ac:spMkLst>
        </pc:spChg>
        <pc:spChg chg="add del mod">
          <ac:chgData name="Gorlekoppa, Shidlingayya" userId="87b2455b-f068-46d1-82f6-ecda64ed59a5" providerId="ADAL" clId="{B6F04373-C561-459D-A31F-AB44FEC042B7}" dt="2022-01-10T16:26:18.492" v="728" actId="478"/>
          <ac:spMkLst>
            <pc:docMk/>
            <pc:sldMk cId="3628781168" sldId="282"/>
            <ac:spMk id="11" creationId="{8924F8AA-406D-4BA9-8052-E31F3CAAEF2E}"/>
          </ac:spMkLst>
        </pc:spChg>
        <pc:picChg chg="del">
          <ac:chgData name="Gorlekoppa, Shidlingayya" userId="87b2455b-f068-46d1-82f6-ecda64ed59a5" providerId="ADAL" clId="{B6F04373-C561-459D-A31F-AB44FEC042B7}" dt="2022-01-10T16:18:17.177" v="595" actId="478"/>
          <ac:picMkLst>
            <pc:docMk/>
            <pc:sldMk cId="3628781168" sldId="282"/>
            <ac:picMk id="4" creationId="{046D7D9E-FDFA-4A10-9B0B-0AE3C25262EE}"/>
          </ac:picMkLst>
        </pc:picChg>
        <pc:picChg chg="add mod">
          <ac:chgData name="Gorlekoppa, Shidlingayya" userId="87b2455b-f068-46d1-82f6-ecda64ed59a5" providerId="ADAL" clId="{B6F04373-C561-459D-A31F-AB44FEC042B7}" dt="2022-01-10T16:26:33.406" v="733" actId="1076"/>
          <ac:picMkLst>
            <pc:docMk/>
            <pc:sldMk cId="3628781168" sldId="282"/>
            <ac:picMk id="5" creationId="{231747A9-171D-4BA5-A777-481EA2D7490D}"/>
          </ac:picMkLst>
        </pc:picChg>
      </pc:sldChg>
      <pc:sldChg chg="addSp delSp modSp add mod ord">
        <pc:chgData name="Gorlekoppa, Shidlingayya" userId="87b2455b-f068-46d1-82f6-ecda64ed59a5" providerId="ADAL" clId="{B6F04373-C561-459D-A31F-AB44FEC042B7}" dt="2022-01-11T04:10:58.120" v="1517" actId="12"/>
        <pc:sldMkLst>
          <pc:docMk/>
          <pc:sldMk cId="3356157574" sldId="283"/>
        </pc:sldMkLst>
        <pc:spChg chg="mod">
          <ac:chgData name="Gorlekoppa, Shidlingayya" userId="87b2455b-f068-46d1-82f6-ecda64ed59a5" providerId="ADAL" clId="{B6F04373-C561-459D-A31F-AB44FEC042B7}" dt="2022-01-10T16:27:56.435" v="752" actId="5793"/>
          <ac:spMkLst>
            <pc:docMk/>
            <pc:sldMk cId="3356157574" sldId="283"/>
            <ac:spMk id="2" creationId="{00000000-0000-0000-0000-000000000000}"/>
          </ac:spMkLst>
        </pc:spChg>
        <pc:spChg chg="add mod">
          <ac:chgData name="Gorlekoppa, Shidlingayya" userId="87b2455b-f068-46d1-82f6-ecda64ed59a5" providerId="ADAL" clId="{B6F04373-C561-459D-A31F-AB44FEC042B7}" dt="2022-01-11T04:01:18.990" v="1497" actId="692"/>
          <ac:spMkLst>
            <pc:docMk/>
            <pc:sldMk cId="3356157574" sldId="283"/>
            <ac:spMk id="5" creationId="{F96007D9-7675-438D-A747-AAA274612838}"/>
          </ac:spMkLst>
        </pc:spChg>
        <pc:spChg chg="mod">
          <ac:chgData name="Gorlekoppa, Shidlingayya" userId="87b2455b-f068-46d1-82f6-ecda64ed59a5" providerId="ADAL" clId="{B6F04373-C561-459D-A31F-AB44FEC042B7}" dt="2022-01-11T04:10:58.120" v="1517" actId="12"/>
          <ac:spMkLst>
            <pc:docMk/>
            <pc:sldMk cId="3356157574" sldId="283"/>
            <ac:spMk id="7" creationId="{D33EE108-23D3-4CCC-A169-D09E83C65F5D}"/>
          </ac:spMkLst>
        </pc:spChg>
        <pc:spChg chg="del">
          <ac:chgData name="Gorlekoppa, Shidlingayya" userId="87b2455b-f068-46d1-82f6-ecda64ed59a5" providerId="ADAL" clId="{B6F04373-C561-459D-A31F-AB44FEC042B7}" dt="2022-01-10T16:28:01.454" v="754" actId="478"/>
          <ac:spMkLst>
            <pc:docMk/>
            <pc:sldMk cId="3356157574" sldId="283"/>
            <ac:spMk id="10" creationId="{C1B9F9AA-51A9-41BC-888A-3D597B8ACCB1}"/>
          </ac:spMkLst>
        </pc:spChg>
        <pc:picChg chg="add mod">
          <ac:chgData name="Gorlekoppa, Shidlingayya" userId="87b2455b-f068-46d1-82f6-ecda64ed59a5" providerId="ADAL" clId="{B6F04373-C561-459D-A31F-AB44FEC042B7}" dt="2022-01-11T04:00:21.865" v="1418" actId="108"/>
          <ac:picMkLst>
            <pc:docMk/>
            <pc:sldMk cId="3356157574" sldId="283"/>
            <ac:picMk id="4" creationId="{73029008-6202-436C-B860-201DCD8785E8}"/>
          </ac:picMkLst>
        </pc:picChg>
        <pc:picChg chg="del">
          <ac:chgData name="Gorlekoppa, Shidlingayya" userId="87b2455b-f068-46d1-82f6-ecda64ed59a5" providerId="ADAL" clId="{B6F04373-C561-459D-A31F-AB44FEC042B7}" dt="2022-01-10T16:27:58.732" v="753" actId="478"/>
          <ac:picMkLst>
            <pc:docMk/>
            <pc:sldMk cId="3356157574" sldId="283"/>
            <ac:picMk id="4" creationId="{BC1F58EB-C3D4-4785-BEE8-65D5C7B465B7}"/>
          </ac:picMkLst>
        </pc:picChg>
      </pc:sldChg>
      <pc:sldChg chg="addSp delSp modSp add mod">
        <pc:chgData name="Gorlekoppa, Shidlingayya" userId="87b2455b-f068-46d1-82f6-ecda64ed59a5" providerId="ADAL" clId="{B6F04373-C561-459D-A31F-AB44FEC042B7}" dt="2022-01-11T04:17:35.447" v="2165" actId="113"/>
        <pc:sldMkLst>
          <pc:docMk/>
          <pc:sldMk cId="296998934" sldId="284"/>
        </pc:sldMkLst>
        <pc:spChg chg="mod">
          <ac:chgData name="Gorlekoppa, Shidlingayya" userId="87b2455b-f068-46d1-82f6-ecda64ed59a5" providerId="ADAL" clId="{B6F04373-C561-459D-A31F-AB44FEC042B7}" dt="2022-01-11T04:09:59.857" v="1514" actId="1076"/>
          <ac:spMkLst>
            <pc:docMk/>
            <pc:sldMk cId="296998934" sldId="284"/>
            <ac:spMk id="5" creationId="{F96007D9-7675-438D-A747-AAA274612838}"/>
          </ac:spMkLst>
        </pc:spChg>
        <pc:spChg chg="del">
          <ac:chgData name="Gorlekoppa, Shidlingayya" userId="87b2455b-f068-46d1-82f6-ecda64ed59a5" providerId="ADAL" clId="{B6F04373-C561-459D-A31F-AB44FEC042B7}" dt="2022-01-11T04:01:30.264" v="1499" actId="478"/>
          <ac:spMkLst>
            <pc:docMk/>
            <pc:sldMk cId="296998934" sldId="284"/>
            <ac:spMk id="7" creationId="{D33EE108-23D3-4CCC-A169-D09E83C65F5D}"/>
          </ac:spMkLst>
        </pc:spChg>
        <pc:spChg chg="add mod">
          <ac:chgData name="Gorlekoppa, Shidlingayya" userId="87b2455b-f068-46d1-82f6-ecda64ed59a5" providerId="ADAL" clId="{B6F04373-C561-459D-A31F-AB44FEC042B7}" dt="2022-01-11T04:17:35.447" v="2165" actId="113"/>
          <ac:spMkLst>
            <pc:docMk/>
            <pc:sldMk cId="296998934" sldId="284"/>
            <ac:spMk id="10" creationId="{F418AAE4-6341-4D60-AB0B-5556C8DBCE2E}"/>
          </ac:spMkLst>
        </pc:spChg>
        <pc:spChg chg="add del mod">
          <ac:chgData name="Gorlekoppa, Shidlingayya" userId="87b2455b-f068-46d1-82f6-ecda64ed59a5" providerId="ADAL" clId="{B6F04373-C561-459D-A31F-AB44FEC042B7}" dt="2022-01-11T04:16:07.050" v="1978"/>
          <ac:spMkLst>
            <pc:docMk/>
            <pc:sldMk cId="296998934" sldId="284"/>
            <ac:spMk id="11" creationId="{8225C3CF-6199-4943-8102-CA44FB79A593}"/>
          </ac:spMkLst>
        </pc:spChg>
        <pc:picChg chg="del">
          <ac:chgData name="Gorlekoppa, Shidlingayya" userId="87b2455b-f068-46d1-82f6-ecda64ed59a5" providerId="ADAL" clId="{B6F04373-C561-459D-A31F-AB44FEC042B7}" dt="2022-01-11T04:01:32.281" v="1500" actId="478"/>
          <ac:picMkLst>
            <pc:docMk/>
            <pc:sldMk cId="296998934" sldId="284"/>
            <ac:picMk id="4" creationId="{73029008-6202-436C-B860-201DCD8785E8}"/>
          </ac:picMkLst>
        </pc:picChg>
        <pc:picChg chg="add mod">
          <ac:chgData name="Gorlekoppa, Shidlingayya" userId="87b2455b-f068-46d1-82f6-ecda64ed59a5" providerId="ADAL" clId="{B6F04373-C561-459D-A31F-AB44FEC042B7}" dt="2022-01-11T04:09:57.057" v="1513" actId="1076"/>
          <ac:picMkLst>
            <pc:docMk/>
            <pc:sldMk cId="296998934" sldId="284"/>
            <ac:picMk id="6" creationId="{DC163A0F-6F0B-445A-82A7-52201AE59A22}"/>
          </ac:picMkLst>
        </pc:picChg>
      </pc:sldChg>
      <pc:sldChg chg="addSp delSp modSp add mod">
        <pc:chgData name="Gorlekoppa, Shidlingayya" userId="87b2455b-f068-46d1-82f6-ecda64ed59a5" providerId="ADAL" clId="{B6F04373-C561-459D-A31F-AB44FEC042B7}" dt="2022-01-11T04:20:12.400" v="2246" actId="14100"/>
        <pc:sldMkLst>
          <pc:docMk/>
          <pc:sldMk cId="341259810" sldId="285"/>
        </pc:sldMkLst>
        <pc:spChg chg="del mod">
          <ac:chgData name="Gorlekoppa, Shidlingayya" userId="87b2455b-f068-46d1-82f6-ecda64ed59a5" providerId="ADAL" clId="{B6F04373-C561-459D-A31F-AB44FEC042B7}" dt="2022-01-11T04:19:32.415" v="2170" actId="478"/>
          <ac:spMkLst>
            <pc:docMk/>
            <pc:sldMk cId="341259810" sldId="285"/>
            <ac:spMk id="5" creationId="{F96007D9-7675-438D-A747-AAA274612838}"/>
          </ac:spMkLst>
        </pc:spChg>
        <pc:spChg chg="del">
          <ac:chgData name="Gorlekoppa, Shidlingayya" userId="87b2455b-f068-46d1-82f6-ecda64ed59a5" providerId="ADAL" clId="{B6F04373-C561-459D-A31F-AB44FEC042B7}" dt="2022-01-11T04:19:29.050" v="2168" actId="478"/>
          <ac:spMkLst>
            <pc:docMk/>
            <pc:sldMk cId="341259810" sldId="285"/>
            <ac:spMk id="10" creationId="{F418AAE4-6341-4D60-AB0B-5556C8DBCE2E}"/>
          </ac:spMkLst>
        </pc:spChg>
        <pc:spChg chg="add mod">
          <ac:chgData name="Gorlekoppa, Shidlingayya" userId="87b2455b-f068-46d1-82f6-ecda64ed59a5" providerId="ADAL" clId="{B6F04373-C561-459D-A31F-AB44FEC042B7}" dt="2022-01-11T04:20:12.400" v="2246" actId="14100"/>
          <ac:spMkLst>
            <pc:docMk/>
            <pc:sldMk cId="341259810" sldId="285"/>
            <ac:spMk id="11" creationId="{B83CE513-E1C1-4D50-B260-FB766F5C9EAC}"/>
          </ac:spMkLst>
        </pc:spChg>
        <pc:picChg chg="add mod">
          <ac:chgData name="Gorlekoppa, Shidlingayya" userId="87b2455b-f068-46d1-82f6-ecda64ed59a5" providerId="ADAL" clId="{B6F04373-C561-459D-A31F-AB44FEC042B7}" dt="2022-01-11T04:19:41.842" v="2173" actId="108"/>
          <ac:picMkLst>
            <pc:docMk/>
            <pc:sldMk cId="341259810" sldId="285"/>
            <ac:picMk id="4" creationId="{A67B1056-77F3-41DE-94EE-FFA727170B14}"/>
          </ac:picMkLst>
        </pc:picChg>
        <pc:picChg chg="del">
          <ac:chgData name="Gorlekoppa, Shidlingayya" userId="87b2455b-f068-46d1-82f6-ecda64ed59a5" providerId="ADAL" clId="{B6F04373-C561-459D-A31F-AB44FEC042B7}" dt="2022-01-11T04:19:27.676" v="2167" actId="478"/>
          <ac:picMkLst>
            <pc:docMk/>
            <pc:sldMk cId="341259810" sldId="285"/>
            <ac:picMk id="6" creationId="{DC163A0F-6F0B-445A-82A7-52201AE59A22}"/>
          </ac:picMkLst>
        </pc:picChg>
      </pc:sldChg>
    </pc:docChg>
  </pc:docChgLst>
  <pc:docChgLst>
    <pc:chgData name="Gorlekoppa, Shidlingayya" userId="87b2455b-f068-46d1-82f6-ecda64ed59a5" providerId="ADAL" clId="{C6A67C29-8B28-4D0C-B812-196E5F9FF052}"/>
    <pc:docChg chg="undo custSel addSld delSld modSld">
      <pc:chgData name="Gorlekoppa, Shidlingayya" userId="87b2455b-f068-46d1-82f6-ecda64ed59a5" providerId="ADAL" clId="{C6A67C29-8B28-4D0C-B812-196E5F9FF052}" dt="2022-04-26T07:05:09.713" v="459"/>
      <pc:docMkLst>
        <pc:docMk/>
      </pc:docMkLst>
      <pc:sldChg chg="del">
        <pc:chgData name="Gorlekoppa, Shidlingayya" userId="87b2455b-f068-46d1-82f6-ecda64ed59a5" providerId="ADAL" clId="{C6A67C29-8B28-4D0C-B812-196E5F9FF052}" dt="2022-04-19T02:10:02.896" v="37" actId="47"/>
        <pc:sldMkLst>
          <pc:docMk/>
          <pc:sldMk cId="2127238059" sldId="256"/>
        </pc:sldMkLst>
      </pc:sldChg>
      <pc:sldChg chg="del">
        <pc:chgData name="Gorlekoppa, Shidlingayya" userId="87b2455b-f068-46d1-82f6-ecda64ed59a5" providerId="ADAL" clId="{C6A67C29-8B28-4D0C-B812-196E5F9FF052}" dt="2022-04-19T02:10:03.158" v="38" actId="47"/>
        <pc:sldMkLst>
          <pc:docMk/>
          <pc:sldMk cId="2563929505" sldId="257"/>
        </pc:sldMkLst>
      </pc:sldChg>
      <pc:sldChg chg="del">
        <pc:chgData name="Gorlekoppa, Shidlingayya" userId="87b2455b-f068-46d1-82f6-ecda64ed59a5" providerId="ADAL" clId="{C6A67C29-8B28-4D0C-B812-196E5F9FF052}" dt="2022-04-19T02:10:03.352" v="39" actId="47"/>
        <pc:sldMkLst>
          <pc:docMk/>
          <pc:sldMk cId="3229038258" sldId="258"/>
        </pc:sldMkLst>
      </pc:sldChg>
      <pc:sldChg chg="del">
        <pc:chgData name="Gorlekoppa, Shidlingayya" userId="87b2455b-f068-46d1-82f6-ecda64ed59a5" providerId="ADAL" clId="{C6A67C29-8B28-4D0C-B812-196E5F9FF052}" dt="2022-04-19T02:10:03.580" v="40" actId="47"/>
        <pc:sldMkLst>
          <pc:docMk/>
          <pc:sldMk cId="642299401" sldId="259"/>
        </pc:sldMkLst>
      </pc:sldChg>
      <pc:sldChg chg="del">
        <pc:chgData name="Gorlekoppa, Shidlingayya" userId="87b2455b-f068-46d1-82f6-ecda64ed59a5" providerId="ADAL" clId="{C6A67C29-8B28-4D0C-B812-196E5F9FF052}" dt="2022-04-19T02:10:03.889" v="41" actId="47"/>
        <pc:sldMkLst>
          <pc:docMk/>
          <pc:sldMk cId="4286543109" sldId="260"/>
        </pc:sldMkLst>
      </pc:sldChg>
      <pc:sldChg chg="del">
        <pc:chgData name="Gorlekoppa, Shidlingayya" userId="87b2455b-f068-46d1-82f6-ecda64ed59a5" providerId="ADAL" clId="{C6A67C29-8B28-4D0C-B812-196E5F9FF052}" dt="2022-04-19T02:10:04.322" v="43" actId="47"/>
        <pc:sldMkLst>
          <pc:docMk/>
          <pc:sldMk cId="3801963933" sldId="261"/>
        </pc:sldMkLst>
      </pc:sldChg>
      <pc:sldChg chg="del">
        <pc:chgData name="Gorlekoppa, Shidlingayya" userId="87b2455b-f068-46d1-82f6-ecda64ed59a5" providerId="ADAL" clId="{C6A67C29-8B28-4D0C-B812-196E5F9FF052}" dt="2022-04-19T02:10:04.583" v="44" actId="47"/>
        <pc:sldMkLst>
          <pc:docMk/>
          <pc:sldMk cId="2983756803" sldId="262"/>
        </pc:sldMkLst>
      </pc:sldChg>
      <pc:sldChg chg="del">
        <pc:chgData name="Gorlekoppa, Shidlingayya" userId="87b2455b-f068-46d1-82f6-ecda64ed59a5" providerId="ADAL" clId="{C6A67C29-8B28-4D0C-B812-196E5F9FF052}" dt="2022-04-19T02:10:04.887" v="45" actId="47"/>
        <pc:sldMkLst>
          <pc:docMk/>
          <pc:sldMk cId="1290678473" sldId="263"/>
        </pc:sldMkLst>
      </pc:sldChg>
      <pc:sldChg chg="del">
        <pc:chgData name="Gorlekoppa, Shidlingayya" userId="87b2455b-f068-46d1-82f6-ecda64ed59a5" providerId="ADAL" clId="{C6A67C29-8B28-4D0C-B812-196E5F9FF052}" dt="2022-04-19T02:10:05.055" v="46" actId="47"/>
        <pc:sldMkLst>
          <pc:docMk/>
          <pc:sldMk cId="1600035098" sldId="264"/>
        </pc:sldMkLst>
      </pc:sldChg>
      <pc:sldChg chg="addSp delSp modSp mod">
        <pc:chgData name="Gorlekoppa, Shidlingayya" userId="87b2455b-f068-46d1-82f6-ecda64ed59a5" providerId="ADAL" clId="{C6A67C29-8B28-4D0C-B812-196E5F9FF052}" dt="2022-04-19T02:58:38.026" v="130" actId="6549"/>
        <pc:sldMkLst>
          <pc:docMk/>
          <pc:sldMk cId="2089950212" sldId="265"/>
        </pc:sldMkLst>
        <pc:spChg chg="mod">
          <ac:chgData name="Gorlekoppa, Shidlingayya" userId="87b2455b-f068-46d1-82f6-ecda64ed59a5" providerId="ADAL" clId="{C6A67C29-8B28-4D0C-B812-196E5F9FF052}" dt="2022-04-19T02:03:44.558" v="4" actId="20577"/>
          <ac:spMkLst>
            <pc:docMk/>
            <pc:sldMk cId="2089950212" sldId="265"/>
            <ac:spMk id="2" creationId="{00000000-0000-0000-0000-000000000000}"/>
          </ac:spMkLst>
        </pc:spChg>
        <pc:spChg chg="mod">
          <ac:chgData name="Gorlekoppa, Shidlingayya" userId="87b2455b-f068-46d1-82f6-ecda64ed59a5" providerId="ADAL" clId="{C6A67C29-8B28-4D0C-B812-196E5F9FF052}" dt="2022-04-19T02:58:38.026" v="130" actId="6549"/>
          <ac:spMkLst>
            <pc:docMk/>
            <pc:sldMk cId="2089950212" sldId="265"/>
            <ac:spMk id="3" creationId="{00000000-0000-0000-0000-000000000000}"/>
          </ac:spMkLst>
        </pc:spChg>
        <pc:spChg chg="add del">
          <ac:chgData name="Gorlekoppa, Shidlingayya" userId="87b2455b-f068-46d1-82f6-ecda64ed59a5" providerId="ADAL" clId="{C6A67C29-8B28-4D0C-B812-196E5F9FF052}" dt="2022-04-19T02:08:43.634" v="27"/>
          <ac:spMkLst>
            <pc:docMk/>
            <pc:sldMk cId="2089950212" sldId="265"/>
            <ac:spMk id="4" creationId="{A3B03B39-3471-4D01-B92F-927AE112726B}"/>
          </ac:spMkLst>
        </pc:spChg>
        <pc:spChg chg="add del">
          <ac:chgData name="Gorlekoppa, Shidlingayya" userId="87b2455b-f068-46d1-82f6-ecda64ed59a5" providerId="ADAL" clId="{C6A67C29-8B28-4D0C-B812-196E5F9FF052}" dt="2022-04-19T02:08:51.429" v="30"/>
          <ac:spMkLst>
            <pc:docMk/>
            <pc:sldMk cId="2089950212" sldId="265"/>
            <ac:spMk id="5" creationId="{2F12A857-E4A6-4663-BDCD-F9A09B976284}"/>
          </ac:spMkLst>
        </pc:spChg>
      </pc:sldChg>
      <pc:sldChg chg="addSp delSp modSp add mod">
        <pc:chgData name="Gorlekoppa, Shidlingayya" userId="87b2455b-f068-46d1-82f6-ecda64ed59a5" providerId="ADAL" clId="{C6A67C29-8B28-4D0C-B812-196E5F9FF052}" dt="2022-04-19T03:03:22.325" v="430" actId="207"/>
        <pc:sldMkLst>
          <pc:docMk/>
          <pc:sldMk cId="2231026886" sldId="266"/>
        </pc:sldMkLst>
        <pc:spChg chg="del">
          <ac:chgData name="Gorlekoppa, Shidlingayya" userId="87b2455b-f068-46d1-82f6-ecda64ed59a5" providerId="ADAL" clId="{C6A67C29-8B28-4D0C-B812-196E5F9FF052}" dt="2022-04-19T02:56:56.818" v="66" actId="478"/>
          <ac:spMkLst>
            <pc:docMk/>
            <pc:sldMk cId="2231026886" sldId="266"/>
            <ac:spMk id="2" creationId="{00000000-0000-0000-0000-000000000000}"/>
          </ac:spMkLst>
        </pc:spChg>
        <pc:spChg chg="mod">
          <ac:chgData name="Gorlekoppa, Shidlingayya" userId="87b2455b-f068-46d1-82f6-ecda64ed59a5" providerId="ADAL" clId="{C6A67C29-8B28-4D0C-B812-196E5F9FF052}" dt="2022-04-19T02:57:23.960" v="84" actId="14100"/>
          <ac:spMkLst>
            <pc:docMk/>
            <pc:sldMk cId="2231026886" sldId="266"/>
            <ac:spMk id="3" creationId="{00000000-0000-0000-0000-000000000000}"/>
          </ac:spMkLst>
        </pc:spChg>
        <pc:spChg chg="add del mod">
          <ac:chgData name="Gorlekoppa, Shidlingayya" userId="87b2455b-f068-46d1-82f6-ecda64ed59a5" providerId="ADAL" clId="{C6A67C29-8B28-4D0C-B812-196E5F9FF052}" dt="2022-04-19T02:56:58.973" v="67" actId="478"/>
          <ac:spMkLst>
            <pc:docMk/>
            <pc:sldMk cId="2231026886" sldId="266"/>
            <ac:spMk id="5" creationId="{8FE4BBF0-B259-4251-958F-546AA04E8C58}"/>
          </ac:spMkLst>
        </pc:spChg>
        <pc:spChg chg="add mod">
          <ac:chgData name="Gorlekoppa, Shidlingayya" userId="87b2455b-f068-46d1-82f6-ecda64ed59a5" providerId="ADAL" clId="{C6A67C29-8B28-4D0C-B812-196E5F9FF052}" dt="2022-04-19T03:01:14.474" v="315" actId="20577"/>
          <ac:spMkLst>
            <pc:docMk/>
            <pc:sldMk cId="2231026886" sldId="266"/>
            <ac:spMk id="6" creationId="{6902E632-E866-40E8-86F0-4373BABF6B54}"/>
          </ac:spMkLst>
        </pc:spChg>
        <pc:spChg chg="add del">
          <ac:chgData name="Gorlekoppa, Shidlingayya" userId="87b2455b-f068-46d1-82f6-ecda64ed59a5" providerId="ADAL" clId="{C6A67C29-8B28-4D0C-B812-196E5F9FF052}" dt="2022-04-19T02:59:40.236" v="135"/>
          <ac:spMkLst>
            <pc:docMk/>
            <pc:sldMk cId="2231026886" sldId="266"/>
            <ac:spMk id="7" creationId="{3E296013-C243-40EC-9EC2-9B84E60BD0F0}"/>
          </ac:spMkLst>
        </pc:spChg>
        <pc:spChg chg="add mod">
          <ac:chgData name="Gorlekoppa, Shidlingayya" userId="87b2455b-f068-46d1-82f6-ecda64ed59a5" providerId="ADAL" clId="{C6A67C29-8B28-4D0C-B812-196E5F9FF052}" dt="2022-04-19T03:03:22.325" v="430" actId="207"/>
          <ac:spMkLst>
            <pc:docMk/>
            <pc:sldMk cId="2231026886" sldId="266"/>
            <ac:spMk id="10" creationId="{DBF89661-078D-457E-8395-23DC254B1081}"/>
          </ac:spMkLst>
        </pc:spChg>
        <pc:picChg chg="add mod">
          <ac:chgData name="Gorlekoppa, Shidlingayya" userId="87b2455b-f068-46d1-82f6-ecda64ed59a5" providerId="ADAL" clId="{C6A67C29-8B28-4D0C-B812-196E5F9FF052}" dt="2022-04-19T03:02:42.383" v="324" actId="692"/>
          <ac:picMkLst>
            <pc:docMk/>
            <pc:sldMk cId="2231026886" sldId="266"/>
            <ac:picMk id="9" creationId="{2804121C-7DD2-42FA-82CE-20A677133682}"/>
          </ac:picMkLst>
        </pc:picChg>
      </pc:sldChg>
      <pc:sldChg chg="del">
        <pc:chgData name="Gorlekoppa, Shidlingayya" userId="87b2455b-f068-46d1-82f6-ecda64ed59a5" providerId="ADAL" clId="{C6A67C29-8B28-4D0C-B812-196E5F9FF052}" dt="2022-04-19T02:10:05.269" v="47" actId="47"/>
        <pc:sldMkLst>
          <pc:docMk/>
          <pc:sldMk cId="2651822061" sldId="266"/>
        </pc:sldMkLst>
      </pc:sldChg>
      <pc:sldChg chg="addSp delSp modSp add mod">
        <pc:chgData name="Gorlekoppa, Shidlingayya" userId="87b2455b-f068-46d1-82f6-ecda64ed59a5" providerId="ADAL" clId="{C6A67C29-8B28-4D0C-B812-196E5F9FF052}" dt="2022-04-26T07:04:57.751" v="457" actId="108"/>
        <pc:sldMkLst>
          <pc:docMk/>
          <pc:sldMk cId="2111620117" sldId="267"/>
        </pc:sldMkLst>
        <pc:spChg chg="mod">
          <ac:chgData name="Gorlekoppa, Shidlingayya" userId="87b2455b-f068-46d1-82f6-ecda64ed59a5" providerId="ADAL" clId="{C6A67C29-8B28-4D0C-B812-196E5F9FF052}" dt="2022-04-19T03:04:03.805" v="439" actId="14100"/>
          <ac:spMkLst>
            <pc:docMk/>
            <pc:sldMk cId="2111620117" sldId="267"/>
            <ac:spMk id="3" creationId="{00000000-0000-0000-0000-000000000000}"/>
          </ac:spMkLst>
        </pc:spChg>
        <pc:spChg chg="mod">
          <ac:chgData name="Gorlekoppa, Shidlingayya" userId="87b2455b-f068-46d1-82f6-ecda64ed59a5" providerId="ADAL" clId="{C6A67C29-8B28-4D0C-B812-196E5F9FF052}" dt="2022-04-26T07:02:55.247" v="454"/>
          <ac:spMkLst>
            <pc:docMk/>
            <pc:sldMk cId="2111620117" sldId="267"/>
            <ac:spMk id="6" creationId="{6902E632-E866-40E8-86F0-4373BABF6B54}"/>
          </ac:spMkLst>
        </pc:spChg>
        <pc:spChg chg="del">
          <ac:chgData name="Gorlekoppa, Shidlingayya" userId="87b2455b-f068-46d1-82f6-ecda64ed59a5" providerId="ADAL" clId="{C6A67C29-8B28-4D0C-B812-196E5F9FF052}" dt="2022-04-19T03:03:41.478" v="433" actId="478"/>
          <ac:spMkLst>
            <pc:docMk/>
            <pc:sldMk cId="2111620117" sldId="267"/>
            <ac:spMk id="10" creationId="{DBF89661-078D-457E-8395-23DC254B1081}"/>
          </ac:spMkLst>
        </pc:spChg>
        <pc:picChg chg="add mod">
          <ac:chgData name="Gorlekoppa, Shidlingayya" userId="87b2455b-f068-46d1-82f6-ecda64ed59a5" providerId="ADAL" clId="{C6A67C29-8B28-4D0C-B812-196E5F9FF052}" dt="2022-04-26T07:04:57.751" v="457" actId="108"/>
          <ac:picMkLst>
            <pc:docMk/>
            <pc:sldMk cId="2111620117" sldId="267"/>
            <ac:picMk id="4" creationId="{20CBC85A-A094-4C17-99B3-96FAB48EB1E2}"/>
          </ac:picMkLst>
        </pc:picChg>
        <pc:picChg chg="del">
          <ac:chgData name="Gorlekoppa, Shidlingayya" userId="87b2455b-f068-46d1-82f6-ecda64ed59a5" providerId="ADAL" clId="{C6A67C29-8B28-4D0C-B812-196E5F9FF052}" dt="2022-04-19T03:03:39.555" v="432" actId="478"/>
          <ac:picMkLst>
            <pc:docMk/>
            <pc:sldMk cId="2111620117" sldId="267"/>
            <ac:picMk id="9" creationId="{2804121C-7DD2-42FA-82CE-20A677133682}"/>
          </ac:picMkLst>
        </pc:picChg>
      </pc:sldChg>
      <pc:sldChg chg="del">
        <pc:chgData name="Gorlekoppa, Shidlingayya" userId="87b2455b-f068-46d1-82f6-ecda64ed59a5" providerId="ADAL" clId="{C6A67C29-8B28-4D0C-B812-196E5F9FF052}" dt="2022-04-19T02:10:05.486" v="48" actId="47"/>
        <pc:sldMkLst>
          <pc:docMk/>
          <pc:sldMk cId="2300392936" sldId="267"/>
        </pc:sldMkLst>
      </pc:sldChg>
      <pc:sldChg chg="modSp add mod">
        <pc:chgData name="Gorlekoppa, Shidlingayya" userId="87b2455b-f068-46d1-82f6-ecda64ed59a5" providerId="ADAL" clId="{C6A67C29-8B28-4D0C-B812-196E5F9FF052}" dt="2022-04-26T07:05:09.713" v="459"/>
        <pc:sldMkLst>
          <pc:docMk/>
          <pc:sldMk cId="1723517390" sldId="268"/>
        </pc:sldMkLst>
        <pc:spChg chg="mod">
          <ac:chgData name="Gorlekoppa, Shidlingayya" userId="87b2455b-f068-46d1-82f6-ecda64ed59a5" providerId="ADAL" clId="{C6A67C29-8B28-4D0C-B812-196E5F9FF052}" dt="2022-04-26T07:05:09.713" v="459"/>
          <ac:spMkLst>
            <pc:docMk/>
            <pc:sldMk cId="1723517390" sldId="268"/>
            <ac:spMk id="3" creationId="{00000000-0000-0000-0000-000000000000}"/>
          </ac:spMkLst>
        </pc:spChg>
      </pc:sldChg>
      <pc:sldChg chg="del">
        <pc:chgData name="Gorlekoppa, Shidlingayya" userId="87b2455b-f068-46d1-82f6-ecda64ed59a5" providerId="ADAL" clId="{C6A67C29-8B28-4D0C-B812-196E5F9FF052}" dt="2022-04-19T02:10:05.632" v="49" actId="47"/>
        <pc:sldMkLst>
          <pc:docMk/>
          <pc:sldMk cId="4049528709" sldId="268"/>
        </pc:sldMkLst>
      </pc:sldChg>
      <pc:sldChg chg="modSp add mod">
        <pc:chgData name="Gorlekoppa, Shidlingayya" userId="87b2455b-f068-46d1-82f6-ecda64ed59a5" providerId="ADAL" clId="{C6A67C29-8B28-4D0C-B812-196E5F9FF052}" dt="2022-04-19T03:10:15.682" v="448" actId="115"/>
        <pc:sldMkLst>
          <pc:docMk/>
          <pc:sldMk cId="2423021099" sldId="269"/>
        </pc:sldMkLst>
        <pc:spChg chg="mod">
          <ac:chgData name="Gorlekoppa, Shidlingayya" userId="87b2455b-f068-46d1-82f6-ecda64ed59a5" providerId="ADAL" clId="{C6A67C29-8B28-4D0C-B812-196E5F9FF052}" dt="2022-04-19T03:10:15.682" v="448" actId="115"/>
          <ac:spMkLst>
            <pc:docMk/>
            <pc:sldMk cId="2423021099" sldId="269"/>
            <ac:spMk id="3" creationId="{00000000-0000-0000-0000-000000000000}"/>
          </ac:spMkLst>
        </pc:spChg>
      </pc:sldChg>
      <pc:sldChg chg="del">
        <pc:chgData name="Gorlekoppa, Shidlingayya" userId="87b2455b-f068-46d1-82f6-ecda64ed59a5" providerId="ADAL" clId="{C6A67C29-8B28-4D0C-B812-196E5F9FF052}" dt="2022-04-19T02:10:05.782" v="50" actId="47"/>
        <pc:sldMkLst>
          <pc:docMk/>
          <pc:sldMk cId="2527180572" sldId="269"/>
        </pc:sldMkLst>
      </pc:sldChg>
      <pc:sldChg chg="modSp add mod">
        <pc:chgData name="Gorlekoppa, Shidlingayya" userId="87b2455b-f068-46d1-82f6-ecda64ed59a5" providerId="ADAL" clId="{C6A67C29-8B28-4D0C-B812-196E5F9FF052}" dt="2022-04-19T03:10:36.879" v="453" actId="115"/>
        <pc:sldMkLst>
          <pc:docMk/>
          <pc:sldMk cId="2317518523" sldId="270"/>
        </pc:sldMkLst>
        <pc:spChg chg="mod">
          <ac:chgData name="Gorlekoppa, Shidlingayya" userId="87b2455b-f068-46d1-82f6-ecda64ed59a5" providerId="ADAL" clId="{C6A67C29-8B28-4D0C-B812-196E5F9FF052}" dt="2022-04-19T03:10:36.879" v="453" actId="115"/>
          <ac:spMkLst>
            <pc:docMk/>
            <pc:sldMk cId="2317518523" sldId="270"/>
            <ac:spMk id="3" creationId="{00000000-0000-0000-0000-000000000000}"/>
          </ac:spMkLst>
        </pc:spChg>
      </pc:sldChg>
      <pc:sldChg chg="del">
        <pc:chgData name="Gorlekoppa, Shidlingayya" userId="87b2455b-f068-46d1-82f6-ecda64ed59a5" providerId="ADAL" clId="{C6A67C29-8B28-4D0C-B812-196E5F9FF052}" dt="2022-04-19T02:10:05.985" v="51" actId="47"/>
        <pc:sldMkLst>
          <pc:docMk/>
          <pc:sldMk cId="2513881888" sldId="270"/>
        </pc:sldMkLst>
      </pc:sldChg>
      <pc:sldChg chg="del">
        <pc:chgData name="Gorlekoppa, Shidlingayya" userId="87b2455b-f068-46d1-82f6-ecda64ed59a5" providerId="ADAL" clId="{C6A67C29-8B28-4D0C-B812-196E5F9FF052}" dt="2022-04-19T02:10:06.355" v="52" actId="47"/>
        <pc:sldMkLst>
          <pc:docMk/>
          <pc:sldMk cId="3056888037" sldId="271"/>
        </pc:sldMkLst>
      </pc:sldChg>
      <pc:sldChg chg="del">
        <pc:chgData name="Gorlekoppa, Shidlingayya" userId="87b2455b-f068-46d1-82f6-ecda64ed59a5" providerId="ADAL" clId="{C6A67C29-8B28-4D0C-B812-196E5F9FF052}" dt="2022-04-19T02:10:06.561" v="53" actId="47"/>
        <pc:sldMkLst>
          <pc:docMk/>
          <pc:sldMk cId="2004205863" sldId="272"/>
        </pc:sldMkLst>
      </pc:sldChg>
      <pc:sldChg chg="del">
        <pc:chgData name="Gorlekoppa, Shidlingayya" userId="87b2455b-f068-46d1-82f6-ecda64ed59a5" providerId="ADAL" clId="{C6A67C29-8B28-4D0C-B812-196E5F9FF052}" dt="2022-04-19T02:10:06.746" v="54" actId="47"/>
        <pc:sldMkLst>
          <pc:docMk/>
          <pc:sldMk cId="2294988757" sldId="273"/>
        </pc:sldMkLst>
      </pc:sldChg>
      <pc:sldChg chg="del">
        <pc:chgData name="Gorlekoppa, Shidlingayya" userId="87b2455b-f068-46d1-82f6-ecda64ed59a5" providerId="ADAL" clId="{C6A67C29-8B28-4D0C-B812-196E5F9FF052}" dt="2022-04-19T02:10:04.060" v="42" actId="47"/>
        <pc:sldMkLst>
          <pc:docMk/>
          <pc:sldMk cId="22217176" sldId="274"/>
        </pc:sldMkLst>
      </pc:sldChg>
      <pc:sldChg chg="del">
        <pc:chgData name="Gorlekoppa, Shidlingayya" userId="87b2455b-f068-46d1-82f6-ecda64ed59a5" providerId="ADAL" clId="{C6A67C29-8B28-4D0C-B812-196E5F9FF052}" dt="2022-04-19T02:10:06.932" v="55" actId="47"/>
        <pc:sldMkLst>
          <pc:docMk/>
          <pc:sldMk cId="3899053376" sldId="275"/>
        </pc:sldMkLst>
      </pc:sldChg>
      <pc:sldChg chg="del">
        <pc:chgData name="Gorlekoppa, Shidlingayya" userId="87b2455b-f068-46d1-82f6-ecda64ed59a5" providerId="ADAL" clId="{C6A67C29-8B28-4D0C-B812-196E5F9FF052}" dt="2022-04-19T02:10:07.152" v="56" actId="47"/>
        <pc:sldMkLst>
          <pc:docMk/>
          <pc:sldMk cId="2315177520" sldId="276"/>
        </pc:sldMkLst>
      </pc:sldChg>
      <pc:sldChg chg="del">
        <pc:chgData name="Gorlekoppa, Shidlingayya" userId="87b2455b-f068-46d1-82f6-ecda64ed59a5" providerId="ADAL" clId="{C6A67C29-8B28-4D0C-B812-196E5F9FF052}" dt="2022-04-19T02:10:07.292" v="57" actId="47"/>
        <pc:sldMkLst>
          <pc:docMk/>
          <pc:sldMk cId="2632517678" sldId="277"/>
        </pc:sldMkLst>
      </pc:sldChg>
      <pc:sldChg chg="del">
        <pc:chgData name="Gorlekoppa, Shidlingayya" userId="87b2455b-f068-46d1-82f6-ecda64ed59a5" providerId="ADAL" clId="{C6A67C29-8B28-4D0C-B812-196E5F9FF052}" dt="2022-04-19T02:10:07.498" v="58" actId="47"/>
        <pc:sldMkLst>
          <pc:docMk/>
          <pc:sldMk cId="4286171803" sldId="279"/>
        </pc:sldMkLst>
      </pc:sldChg>
      <pc:sldChg chg="del">
        <pc:chgData name="Gorlekoppa, Shidlingayya" userId="87b2455b-f068-46d1-82f6-ecda64ed59a5" providerId="ADAL" clId="{C6A67C29-8B28-4D0C-B812-196E5F9FF052}" dt="2022-04-19T02:10:07.667" v="59" actId="47"/>
        <pc:sldMkLst>
          <pc:docMk/>
          <pc:sldMk cId="2517001288" sldId="280"/>
        </pc:sldMkLst>
      </pc:sldChg>
      <pc:sldChg chg="del">
        <pc:chgData name="Gorlekoppa, Shidlingayya" userId="87b2455b-f068-46d1-82f6-ecda64ed59a5" providerId="ADAL" clId="{C6A67C29-8B28-4D0C-B812-196E5F9FF052}" dt="2022-04-19T02:10:07.881" v="60" actId="47"/>
        <pc:sldMkLst>
          <pc:docMk/>
          <pc:sldMk cId="3186308610" sldId="281"/>
        </pc:sldMkLst>
      </pc:sldChg>
      <pc:sldChg chg="del">
        <pc:chgData name="Gorlekoppa, Shidlingayya" userId="87b2455b-f068-46d1-82f6-ecda64ed59a5" providerId="ADAL" clId="{C6A67C29-8B28-4D0C-B812-196E5F9FF052}" dt="2022-04-19T02:10:08.093" v="61" actId="47"/>
        <pc:sldMkLst>
          <pc:docMk/>
          <pc:sldMk cId="3628781168" sldId="282"/>
        </pc:sldMkLst>
      </pc:sldChg>
      <pc:sldChg chg="del">
        <pc:chgData name="Gorlekoppa, Shidlingayya" userId="87b2455b-f068-46d1-82f6-ecda64ed59a5" providerId="ADAL" clId="{C6A67C29-8B28-4D0C-B812-196E5F9FF052}" dt="2022-04-19T02:10:08.302" v="62" actId="47"/>
        <pc:sldMkLst>
          <pc:docMk/>
          <pc:sldMk cId="3356157574" sldId="283"/>
        </pc:sldMkLst>
      </pc:sldChg>
      <pc:sldChg chg="del">
        <pc:chgData name="Gorlekoppa, Shidlingayya" userId="87b2455b-f068-46d1-82f6-ecda64ed59a5" providerId="ADAL" clId="{C6A67C29-8B28-4D0C-B812-196E5F9FF052}" dt="2022-04-19T02:10:08.497" v="63" actId="47"/>
        <pc:sldMkLst>
          <pc:docMk/>
          <pc:sldMk cId="296998934" sldId="284"/>
        </pc:sldMkLst>
      </pc:sldChg>
      <pc:sldChg chg="del">
        <pc:chgData name="Gorlekoppa, Shidlingayya" userId="87b2455b-f068-46d1-82f6-ecda64ed59a5" providerId="ADAL" clId="{C6A67C29-8B28-4D0C-B812-196E5F9FF052}" dt="2022-04-19T02:10:08.778" v="64" actId="47"/>
        <pc:sldMkLst>
          <pc:docMk/>
          <pc:sldMk cId="341259810" sldId="285"/>
        </pc:sldMkLst>
      </pc:sldChg>
    </pc:docChg>
  </pc:docChgLst>
  <pc:docChgLst>
    <pc:chgData name="Gorlekoppa, Shidlingayya" userId="87b2455b-f068-46d1-82f6-ecda64ed59a5" providerId="ADAL" clId="{8B7F9CAF-C2F6-43AA-B18F-4F066E3EEBDD}"/>
    <pc:docChg chg="modSld">
      <pc:chgData name="Gorlekoppa, Shidlingayya" userId="87b2455b-f068-46d1-82f6-ecda64ed59a5" providerId="ADAL" clId="{8B7F9CAF-C2F6-43AA-B18F-4F066E3EEBDD}" dt="2022-08-05T13:11:54.347" v="5" actId="6549"/>
      <pc:docMkLst>
        <pc:docMk/>
      </pc:docMkLst>
      <pc:sldChg chg="modSp mod">
        <pc:chgData name="Gorlekoppa, Shidlingayya" userId="87b2455b-f068-46d1-82f6-ecda64ed59a5" providerId="ADAL" clId="{8B7F9CAF-C2F6-43AA-B18F-4F066E3EEBDD}" dt="2022-08-05T13:10:17.822" v="3" actId="1076"/>
        <pc:sldMkLst>
          <pc:docMk/>
          <pc:sldMk cId="2089950212" sldId="265"/>
        </pc:sldMkLst>
        <pc:spChg chg="mod">
          <ac:chgData name="Gorlekoppa, Shidlingayya" userId="87b2455b-f068-46d1-82f6-ecda64ed59a5" providerId="ADAL" clId="{8B7F9CAF-C2F6-43AA-B18F-4F066E3EEBDD}" dt="2022-08-05T13:10:17.822" v="3" actId="1076"/>
          <ac:spMkLst>
            <pc:docMk/>
            <pc:sldMk cId="2089950212" sldId="265"/>
            <ac:spMk id="3" creationId="{00000000-0000-0000-0000-000000000000}"/>
          </ac:spMkLst>
        </pc:spChg>
      </pc:sldChg>
      <pc:sldChg chg="modSp mod">
        <pc:chgData name="Gorlekoppa, Shidlingayya" userId="87b2455b-f068-46d1-82f6-ecda64ed59a5" providerId="ADAL" clId="{8B7F9CAF-C2F6-43AA-B18F-4F066E3EEBDD}" dt="2022-08-05T13:11:54.347" v="5" actId="6549"/>
        <pc:sldMkLst>
          <pc:docMk/>
          <pc:sldMk cId="2231026886" sldId="266"/>
        </pc:sldMkLst>
        <pc:spChg chg="mod">
          <ac:chgData name="Gorlekoppa, Shidlingayya" userId="87b2455b-f068-46d1-82f6-ecda64ed59a5" providerId="ADAL" clId="{8B7F9CAF-C2F6-43AA-B18F-4F066E3EEBDD}" dt="2022-08-05T13:11:54.347" v="5" actId="6549"/>
          <ac:spMkLst>
            <pc:docMk/>
            <pc:sldMk cId="2231026886" sldId="266"/>
            <ac:spMk id="6" creationId="{6902E632-E866-40E8-86F0-4373BABF6B5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04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6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4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80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05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22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33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48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550-9102-4FDF-B590-EDCBC21814C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9A550-9102-4FDF-B590-EDCBC21814C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15828-55F6-4487-BDBF-8C9462D66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.wikipedia.org/wiki/Lambda_function_(computer_programming)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Cpp14/blob/main/constexpr_if_example1.cpp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hidlingayya/Cpp14/blob/main/constexpr_switch_example.cpp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Cpp14/blob/main/conexpr_loop_example.cpp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hidlingayya/Cpp14/blob/main/conexpr_loop_example1.cpp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hidlingayya/Cpp14/blob/main/BinaryLiternal_DigitSeparator.cpp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Cpp14/blob/main/deprecated_attribute.cpp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geeksforgeeks.org/generalized-lambda-expressions-c14/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dlingayya/Cpp14/blob/main/variable_template.cpp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geeksforgeeks.org/utility-in-c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279" y="406267"/>
            <a:ext cx="2618343" cy="453049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C++ 14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79565" y="859316"/>
            <a:ext cx="461906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Function return type deduction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Alternate type deduction on declaration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Relaxed constexpr restrictions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Aggregate member initialization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Binary literals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The attribute [[deprecated]]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Digit separators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Variable Templates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Generic lambdas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Lambda capture expressions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Aggregate classes with default non-static member initializers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32D8DAD-1F04-7538-029E-D3BE7292856C}"/>
              </a:ext>
            </a:extLst>
          </p:cNvPr>
          <p:cNvCxnSpPr/>
          <p:nvPr/>
        </p:nvCxnSpPr>
        <p:spPr>
          <a:xfrm>
            <a:off x="5965902" y="684943"/>
            <a:ext cx="0" cy="359069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4FDE354-58EC-2300-DEBD-1955F05339F9}"/>
              </a:ext>
            </a:extLst>
          </p:cNvPr>
          <p:cNvSpPr/>
          <p:nvPr/>
        </p:nvSpPr>
        <p:spPr>
          <a:xfrm>
            <a:off x="6222384" y="1227305"/>
            <a:ext cx="461906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std::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make_unique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std:integer_sequence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std::quoted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std::exchange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r>
              <a:rPr lang="en-US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ser_defined</a:t>
            </a:r>
            <a:r>
              <a:rPr lang="en-US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literal for standard library types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std::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shared_timed_mutex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and std::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shared_lock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8E7AC2-37FD-AC2E-0ACA-8AA46EBD0E9B}"/>
              </a:ext>
            </a:extLst>
          </p:cNvPr>
          <p:cNvSpPr txBox="1">
            <a:spLocks/>
          </p:cNvSpPr>
          <p:nvPr/>
        </p:nvSpPr>
        <p:spPr>
          <a:xfrm>
            <a:off x="5709421" y="774256"/>
            <a:ext cx="2743202" cy="4530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u="sng" dirty="0"/>
              <a:t>C++ 14 Libraries</a:t>
            </a:r>
          </a:p>
        </p:txBody>
      </p:sp>
    </p:spTree>
    <p:extLst>
      <p:ext uri="{BB962C8B-B14F-4D97-AF65-F5344CB8AC3E}">
        <p14:creationId xmlns:p14="http://schemas.microsoft.com/office/powerpoint/2010/main" val="2089950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76" y="101034"/>
            <a:ext cx="3760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Function return type deduction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2E632-E866-40E8-86F0-4373BABF6B54}"/>
              </a:ext>
            </a:extLst>
          </p:cNvPr>
          <p:cNvSpPr/>
          <p:nvPr/>
        </p:nvSpPr>
        <p:spPr>
          <a:xfrm>
            <a:off x="488191" y="636292"/>
            <a:ext cx="115216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C++11 allowed </a:t>
            </a:r>
            <a:r>
              <a:rPr lang="en-US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2" tooltip="Lambda function (computer programming)"/>
              </a:rPr>
              <a:t>lambda functions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to deduce the return type based on the type of the expression given to the return statement.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C++14 provides this ability to </a:t>
            </a:r>
            <a:r>
              <a:rPr lang="en-US" b="1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all functions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In order to use auto type for function – the declaration must use ‘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auto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’ keyword as a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return type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on function declaration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If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multiple return expressions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are used in the function's implementation, then they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must all deduce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to same type.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04121C-7DD2-42FA-82CE-20A677133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03" y="2679901"/>
            <a:ext cx="3811463" cy="3021981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BF89661-078D-457E-8395-23DC254B1081}"/>
              </a:ext>
            </a:extLst>
          </p:cNvPr>
          <p:cNvSpPr/>
          <p:nvPr/>
        </p:nvSpPr>
        <p:spPr>
          <a:xfrm>
            <a:off x="992459" y="3624146"/>
            <a:ext cx="1884556" cy="301083"/>
          </a:xfrm>
          <a:prstGeom prst="rect">
            <a:avLst/>
          </a:prstGeom>
          <a:solidFill>
            <a:schemeClr val="accent4">
              <a:alpha val="27000"/>
            </a:schemeClr>
          </a:solidFill>
          <a:ln>
            <a:solidFill>
              <a:srgbClr val="FFFF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53F841-0FE9-A64F-D379-316E7C4E6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211" y="2544954"/>
            <a:ext cx="4057650" cy="3021981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60C8E6-1D2F-7D1B-BFEE-A8BC85F14663}"/>
              </a:ext>
            </a:extLst>
          </p:cNvPr>
          <p:cNvSpPr txBox="1"/>
          <p:nvPr/>
        </p:nvSpPr>
        <p:spPr>
          <a:xfrm>
            <a:off x="5446211" y="5760043"/>
            <a:ext cx="4184727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Error: C3487-'int': all return expressions must deduce to the same type: previously it was 'float' List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6D239E-FA55-1C92-FCA1-E678833B3966}"/>
              </a:ext>
            </a:extLst>
          </p:cNvPr>
          <p:cNvSpPr txBox="1"/>
          <p:nvPr/>
        </p:nvSpPr>
        <p:spPr>
          <a:xfrm>
            <a:off x="905503" y="5869311"/>
            <a:ext cx="418472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All return deduce to same type	</a:t>
            </a:r>
          </a:p>
        </p:txBody>
      </p:sp>
    </p:spTree>
    <p:extLst>
      <p:ext uri="{BB962C8B-B14F-4D97-AF65-F5344CB8AC3E}">
        <p14:creationId xmlns:p14="http://schemas.microsoft.com/office/powerpoint/2010/main" val="22310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76" y="101033"/>
            <a:ext cx="5366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Function return type deduction continued …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2E632-E866-40E8-86F0-4373BABF6B54}"/>
              </a:ext>
            </a:extLst>
          </p:cNvPr>
          <p:cNvSpPr/>
          <p:nvPr/>
        </p:nvSpPr>
        <p:spPr>
          <a:xfrm>
            <a:off x="488192" y="636292"/>
            <a:ext cx="5366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Functions that deduce their return types can be </a:t>
            </a:r>
            <a:r>
              <a:rPr lang="en-US" b="1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forward declared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but they cannot be used until they have been defined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Even </a:t>
            </a:r>
            <a:r>
              <a:rPr lang="en-US" b="1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recursive calls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also can use this feature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4F89B1-A247-B20D-2EB1-88846173D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27" y="2002548"/>
            <a:ext cx="4440713" cy="1462362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CB36369-44B5-C955-6721-0C7C15BD8039}"/>
              </a:ext>
            </a:extLst>
          </p:cNvPr>
          <p:cNvCxnSpPr>
            <a:cxnSpLocks/>
          </p:cNvCxnSpPr>
          <p:nvPr/>
        </p:nvCxnSpPr>
        <p:spPr>
          <a:xfrm>
            <a:off x="5885838" y="776383"/>
            <a:ext cx="0" cy="584387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704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75" y="101034"/>
            <a:ext cx="46302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</a:rPr>
              <a:t>Alternate type deduction on </a:t>
            </a:r>
            <a:r>
              <a:rPr lang="en-US" b="1" u="sng" dirty="0" err="1">
                <a:solidFill>
                  <a:srgbClr val="000000"/>
                </a:solidFill>
                <a:latin typeface="Arial" panose="020B0604020202020204" pitchFamily="34" charset="0"/>
              </a:rPr>
              <a:t>decltype</a:t>
            </a:r>
            <a:endParaRPr lang="en-US" b="1" u="sng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2E632-E866-40E8-86F0-4373BABF6B54}"/>
              </a:ext>
            </a:extLst>
          </p:cNvPr>
          <p:cNvSpPr/>
          <p:nvPr/>
        </p:nvSpPr>
        <p:spPr>
          <a:xfrm>
            <a:off x="488191" y="636292"/>
            <a:ext cx="11521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C++14 added the combined </a:t>
            </a:r>
            <a:r>
              <a:rPr lang="en-US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decltype(auto) 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order to be able to deduce a reference type</a:t>
            </a:r>
            <a:endParaRPr lang="en-US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CBC85A-A094-4C17-99B3-96FAB48EB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38" y="1159960"/>
            <a:ext cx="6677025" cy="424815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11620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75" y="101034"/>
            <a:ext cx="46302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</a:rPr>
              <a:t>Relaxed constexpr restrictions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2E632-E866-40E8-86F0-4373BABF6B54}"/>
              </a:ext>
            </a:extLst>
          </p:cNvPr>
          <p:cNvSpPr/>
          <p:nvPr/>
        </p:nvSpPr>
        <p:spPr>
          <a:xfrm>
            <a:off x="488191" y="636292"/>
            <a:ext cx="11521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Main advantage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Lot of restrictions removed on constexpr functions &amp; modified rules for C++14 on constexpr as follows: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2E5153-E17F-E947-3B60-6294475884D1}"/>
              </a:ext>
            </a:extLst>
          </p:cNvPr>
          <p:cNvSpPr txBox="1"/>
          <p:nvPr/>
        </p:nvSpPr>
        <p:spPr>
          <a:xfrm>
            <a:off x="5965901" y="1940533"/>
            <a:ext cx="5073805" cy="2585323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Allow declarations within constexpr functions, other than: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u="sng" dirty="0"/>
              <a:t>static</a:t>
            </a:r>
            <a:r>
              <a:rPr lang="en-US" dirty="0"/>
              <a:t> or </a:t>
            </a:r>
            <a:r>
              <a:rPr lang="en-US" b="1" u="sng" dirty="0" err="1"/>
              <a:t>thread_local</a:t>
            </a:r>
            <a:r>
              <a:rPr lang="en-US" b="1" u="sng" dirty="0"/>
              <a:t> </a:t>
            </a:r>
            <a:r>
              <a:rPr lang="en-US" dirty="0"/>
              <a:t>variables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Un-</a:t>
            </a:r>
            <a:r>
              <a:rPr lang="en-US" dirty="0" err="1"/>
              <a:t>initalized</a:t>
            </a:r>
            <a:r>
              <a:rPr lang="en-US" dirty="0"/>
              <a:t> variables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dirty="0"/>
              <a:t>Allow if and switch statements (but not </a:t>
            </a:r>
            <a:r>
              <a:rPr lang="en-US" dirty="0" err="1"/>
              <a:t>goto</a:t>
            </a:r>
            <a:r>
              <a:rPr lang="en-US" dirty="0"/>
              <a:t>)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dirty="0"/>
              <a:t>Allow all looping statements: for(Including range based for), while and do-while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dirty="0"/>
              <a:t>Allow mutation of objects whose lifetime began within the constant expression </a:t>
            </a:r>
            <a:r>
              <a:rPr lang="en-US" dirty="0" err="1"/>
              <a:t>evaulation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C38B60-73AD-D0F4-7604-5F6F7739D77E}"/>
              </a:ext>
            </a:extLst>
          </p:cNvPr>
          <p:cNvSpPr txBox="1"/>
          <p:nvPr/>
        </p:nvSpPr>
        <p:spPr>
          <a:xfrm>
            <a:off x="832624" y="1940534"/>
            <a:ext cx="4832195" cy="2585323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Constexpr must contain single return statement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Constexpr function should refer only to constant global variables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Constexpr function can call only other constexpr functions not simple functions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Constexpr should not be void type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Pre-increment not allowed in constexpr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2937F5-7E13-DCB4-A50D-6476786EF5B5}"/>
              </a:ext>
            </a:extLst>
          </p:cNvPr>
          <p:cNvSpPr txBox="1"/>
          <p:nvPr/>
        </p:nvSpPr>
        <p:spPr>
          <a:xfrm>
            <a:off x="832624" y="1571201"/>
            <a:ext cx="1118839" cy="369332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C++11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6F824-73B9-4F21-163D-CD4C1FAC88FE}"/>
              </a:ext>
            </a:extLst>
          </p:cNvPr>
          <p:cNvSpPr txBox="1"/>
          <p:nvPr/>
        </p:nvSpPr>
        <p:spPr>
          <a:xfrm>
            <a:off x="5965901" y="1571201"/>
            <a:ext cx="1118839" cy="369332"/>
          </a:xfrm>
          <a:prstGeom prst="rect">
            <a:avLst/>
          </a:prstGeom>
          <a:noFill/>
          <a:ln w="22225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C++14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8C163D-4B78-935D-5182-8CD02CBF01C6}"/>
              </a:ext>
            </a:extLst>
          </p:cNvPr>
          <p:cNvCxnSpPr/>
          <p:nvPr/>
        </p:nvCxnSpPr>
        <p:spPr>
          <a:xfrm>
            <a:off x="5837886" y="1407319"/>
            <a:ext cx="0" cy="359069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517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C860A-9B43-873F-0CBA-47CBA87EA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1EF37D-0D09-0C39-8A7E-5655AE075B40}"/>
              </a:ext>
            </a:extLst>
          </p:cNvPr>
          <p:cNvSpPr/>
          <p:nvPr/>
        </p:nvSpPr>
        <p:spPr>
          <a:xfrm>
            <a:off x="354375" y="101034"/>
            <a:ext cx="46302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</a:rPr>
              <a:t>Relaxed constexpr continuation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D62626-1434-BAE6-13C4-72DD2FDDA22A}"/>
              </a:ext>
            </a:extLst>
          </p:cNvPr>
          <p:cNvSpPr/>
          <p:nvPr/>
        </p:nvSpPr>
        <p:spPr>
          <a:xfrm>
            <a:off x="488191" y="636292"/>
            <a:ext cx="77505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if-switch</a:t>
            </a: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case can be </a:t>
            </a:r>
            <a:r>
              <a:rPr lang="en-US" b="1" u="sng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evaluated</a:t>
            </a: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during </a:t>
            </a:r>
            <a:r>
              <a:rPr lang="en-US" b="1" u="sng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compile time </a:t>
            </a: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constexpr</a:t>
            </a:r>
            <a:endParaRPr lang="en-US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6B4041-345D-4068-0E05-AA2A4F31D1BA}"/>
              </a:ext>
            </a:extLst>
          </p:cNvPr>
          <p:cNvCxnSpPr>
            <a:cxnSpLocks/>
          </p:cNvCxnSpPr>
          <p:nvPr/>
        </p:nvCxnSpPr>
        <p:spPr>
          <a:xfrm>
            <a:off x="5609286" y="1202015"/>
            <a:ext cx="0" cy="451298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709BA-CFEF-CBE3-87EB-253EF2C64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77" y="1282623"/>
            <a:ext cx="4353533" cy="342947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5062BA-0183-834D-D63B-9673404E8B49}"/>
              </a:ext>
            </a:extLst>
          </p:cNvPr>
          <p:cNvSpPr txBox="1"/>
          <p:nvPr/>
        </p:nvSpPr>
        <p:spPr>
          <a:xfrm>
            <a:off x="902827" y="4852339"/>
            <a:ext cx="4407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Cpp14/constexpr_if_example1.cpp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/Cpp14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3800B3-5615-172C-D144-90A1586FA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022" y="1315965"/>
            <a:ext cx="4610738" cy="3362794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60E7F2-7FAB-843F-99E2-0DC9B69BADC5}"/>
              </a:ext>
            </a:extLst>
          </p:cNvPr>
          <p:cNvSpPr txBox="1"/>
          <p:nvPr/>
        </p:nvSpPr>
        <p:spPr>
          <a:xfrm>
            <a:off x="5936431" y="4830926"/>
            <a:ext cx="48219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Cpp14/constexpr_switch_example.cpp at main · </a:t>
            </a:r>
            <a:r>
              <a:rPr lang="en-US" dirty="0" err="1">
                <a:hlinkClick r:id="rId5"/>
              </a:rPr>
              <a:t>shidlingayya</a:t>
            </a:r>
            <a:r>
              <a:rPr lang="en-US" dirty="0">
                <a:hlinkClick r:id="rId5"/>
              </a:rPr>
              <a:t>/Cpp14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976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38548-2027-460A-8E28-0784F9EF5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7A56EC-05B8-B722-084D-2F5C9C5571AE}"/>
              </a:ext>
            </a:extLst>
          </p:cNvPr>
          <p:cNvSpPr/>
          <p:nvPr/>
        </p:nvSpPr>
        <p:spPr>
          <a:xfrm>
            <a:off x="354375" y="101034"/>
            <a:ext cx="46302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</a:rPr>
              <a:t>Relaxed constexpr continuation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B840EE-6E8B-4C54-9F35-69D30012CB90}"/>
              </a:ext>
            </a:extLst>
          </p:cNvPr>
          <p:cNvSpPr/>
          <p:nvPr/>
        </p:nvSpPr>
        <p:spPr>
          <a:xfrm>
            <a:off x="488191" y="636292"/>
            <a:ext cx="52999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below example for loop which evaluate during compile time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494B8A-35DA-9CD3-7612-F26245547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102" y="1546455"/>
            <a:ext cx="4926303" cy="2970682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64CD329-1CA6-14B6-E9AD-14F4C0BC7EA5}"/>
              </a:ext>
            </a:extLst>
          </p:cNvPr>
          <p:cNvCxnSpPr>
            <a:cxnSpLocks/>
          </p:cNvCxnSpPr>
          <p:nvPr/>
        </p:nvCxnSpPr>
        <p:spPr>
          <a:xfrm>
            <a:off x="6096000" y="1370743"/>
            <a:ext cx="0" cy="424367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DC94E98-E0B2-F606-5CC4-989AFCD8C9B7}"/>
              </a:ext>
            </a:extLst>
          </p:cNvPr>
          <p:cNvSpPr txBox="1"/>
          <p:nvPr/>
        </p:nvSpPr>
        <p:spPr>
          <a:xfrm>
            <a:off x="961102" y="4638270"/>
            <a:ext cx="49262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Cpp14/conexpr_loop_example.cpp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/Cpp14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D17838-CBD5-672D-B249-BD88FF564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596" y="1546455"/>
            <a:ext cx="5422588" cy="2970682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9142FA7-4061-C8A5-E55D-A7A9FE2817A6}"/>
              </a:ext>
            </a:extLst>
          </p:cNvPr>
          <p:cNvSpPr txBox="1"/>
          <p:nvPr/>
        </p:nvSpPr>
        <p:spPr>
          <a:xfrm>
            <a:off x="6304596" y="4638269"/>
            <a:ext cx="54225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Cpp14/conexpr_loop_example1.cpp at main · </a:t>
            </a:r>
            <a:r>
              <a:rPr lang="en-US" dirty="0" err="1">
                <a:hlinkClick r:id="rId5"/>
              </a:rPr>
              <a:t>shidlingayya</a:t>
            </a:r>
            <a:r>
              <a:rPr lang="en-US" dirty="0">
                <a:hlinkClick r:id="rId5"/>
              </a:rPr>
              <a:t>/Cpp14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26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75" y="101034"/>
            <a:ext cx="17978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</a:rPr>
              <a:t>Binary literals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2E632-E866-40E8-86F0-4373BABF6B54}"/>
              </a:ext>
            </a:extLst>
          </p:cNvPr>
          <p:cNvSpPr/>
          <p:nvPr/>
        </p:nvSpPr>
        <p:spPr>
          <a:xfrm>
            <a:off x="510492" y="501931"/>
            <a:ext cx="115216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The previous version of before C++14.. Usage of direct binary numbers not allowed in code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We need to convert them from basic types like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decimal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,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hex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or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octal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to perform required operations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In C++14 – Binary literals allowed directly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The binary literals starts with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0b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or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0B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This syntax is borrowed from other languages such as D, Java, Perl, and Python, all of which support binary literals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DEB25-1FC4-A305-5194-7D00F2E52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2256257"/>
            <a:ext cx="5276850" cy="193357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B7BD00-1716-8C7B-A2F7-E86197FFA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4423341"/>
            <a:ext cx="5276850" cy="233362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FA3265F-DA71-88BB-8D10-A821A7B7781E}"/>
              </a:ext>
            </a:extLst>
          </p:cNvPr>
          <p:cNvSpPr/>
          <p:nvPr/>
        </p:nvSpPr>
        <p:spPr>
          <a:xfrm>
            <a:off x="1293541" y="5820937"/>
            <a:ext cx="4047893" cy="234175"/>
          </a:xfrm>
          <a:prstGeom prst="rect">
            <a:avLst/>
          </a:prstGeom>
          <a:solidFill>
            <a:schemeClr val="accent6">
              <a:lumMod val="40000"/>
              <a:lumOff val="6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5CE5DB-80BE-CC70-928C-49A16A303D69}"/>
              </a:ext>
            </a:extLst>
          </p:cNvPr>
          <p:cNvSpPr txBox="1"/>
          <p:nvPr/>
        </p:nvSpPr>
        <p:spPr>
          <a:xfrm>
            <a:off x="6936058" y="5408781"/>
            <a:ext cx="4215161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We can use ‘ separator to separate the binary byte, nibble or words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F0DB3C-9389-F973-6751-A7938169348E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5341434" y="5731947"/>
            <a:ext cx="1594624" cy="206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F291D8C-17A0-F63F-E634-059B8D6F728A}"/>
              </a:ext>
            </a:extLst>
          </p:cNvPr>
          <p:cNvSpPr txBox="1"/>
          <p:nvPr/>
        </p:nvSpPr>
        <p:spPr>
          <a:xfrm>
            <a:off x="6936058" y="4589840"/>
            <a:ext cx="4215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Cpp14/BinaryLiternal_DigitSeparator.cpp at main · </a:t>
            </a:r>
            <a:r>
              <a:rPr lang="en-US" dirty="0" err="1">
                <a:hlinkClick r:id="rId4"/>
              </a:rPr>
              <a:t>shidlingayya</a:t>
            </a:r>
            <a:r>
              <a:rPr lang="en-US" dirty="0">
                <a:hlinkClick r:id="rId4"/>
              </a:rPr>
              <a:t>/Cpp14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02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75" y="101034"/>
            <a:ext cx="32920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</a:rPr>
              <a:t>The attribute [[deprecated]]</a:t>
            </a:r>
            <a:endParaRPr lang="en-US" b="1" u="sn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2E632-E866-40E8-86F0-4373BABF6B54}"/>
              </a:ext>
            </a:extLst>
          </p:cNvPr>
          <p:cNvSpPr/>
          <p:nvPr/>
        </p:nvSpPr>
        <p:spPr>
          <a:xfrm>
            <a:off x="488191" y="636292"/>
            <a:ext cx="115216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It means – The use of name or entity declared with this attribute is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allowed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,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but discouraged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for some reason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Compiler gives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error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and if any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string literals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(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reason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for deprecation) are provided it will be included in error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This feature can be used for – class, struct, union, typedef, variable, non-static data member function, function, namespace, enumeration, enumerator and template specialization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D542FB-9E34-542D-6634-F1E7F91A0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63" y="2556544"/>
            <a:ext cx="6496050" cy="364807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7104D8-9269-9FCE-0A2A-A6D6E2F2618B}"/>
              </a:ext>
            </a:extLst>
          </p:cNvPr>
          <p:cNvSpPr/>
          <p:nvPr/>
        </p:nvSpPr>
        <p:spPr>
          <a:xfrm>
            <a:off x="1037063" y="3155794"/>
            <a:ext cx="6222381" cy="306659"/>
          </a:xfrm>
          <a:prstGeom prst="roundRect">
            <a:avLst/>
          </a:prstGeom>
          <a:solidFill>
            <a:schemeClr val="accent5">
              <a:lumMod val="60000"/>
              <a:lumOff val="40000"/>
              <a:alpha val="19000"/>
            </a:schemeClr>
          </a:solidFill>
          <a:ln w="254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1C5D9-962F-9BB6-C1A5-49F9DFD59D6E}"/>
              </a:ext>
            </a:extLst>
          </p:cNvPr>
          <p:cNvSpPr txBox="1"/>
          <p:nvPr/>
        </p:nvSpPr>
        <p:spPr>
          <a:xfrm>
            <a:off x="7718205" y="2540237"/>
            <a:ext cx="3980986" cy="923330"/>
          </a:xfrm>
          <a:prstGeom prst="rect">
            <a:avLst/>
          </a:prstGeom>
          <a:ln w="19050">
            <a:solidFill>
              <a:srgbClr val="0070C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Syntax:</a:t>
            </a:r>
          </a:p>
          <a:p>
            <a:r>
              <a:rPr lang="en-US" dirty="0"/>
              <a:t>[[deprecated]] – Without reason</a:t>
            </a:r>
          </a:p>
          <a:p>
            <a:r>
              <a:rPr lang="en-US" dirty="0"/>
              <a:t>[[deprecated(“reason”)]] – With reason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746750-1D6B-34D7-F047-F833835939FC}"/>
              </a:ext>
            </a:extLst>
          </p:cNvPr>
          <p:cNvCxnSpPr>
            <a:stCxn id="2" idx="3"/>
            <a:endCxn id="5" idx="1"/>
          </p:cNvCxnSpPr>
          <p:nvPr/>
        </p:nvCxnSpPr>
        <p:spPr>
          <a:xfrm flipV="1">
            <a:off x="7259444" y="3001902"/>
            <a:ext cx="458761" cy="307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433879-8620-92D8-15FB-3FAAF2E83E87}"/>
              </a:ext>
            </a:extLst>
          </p:cNvPr>
          <p:cNvSpPr txBox="1"/>
          <p:nvPr/>
        </p:nvSpPr>
        <p:spPr>
          <a:xfrm>
            <a:off x="777909" y="6311524"/>
            <a:ext cx="6625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Cpp14/deprecated_attribute.cpp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/Cpp14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923F47-088A-67E3-3F26-BF1285C56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205" y="3639052"/>
            <a:ext cx="3980986" cy="2545734"/>
          </a:xfrm>
          <a:prstGeom prst="rect">
            <a:avLst/>
          </a:prstGeom>
          <a:ln w="19050">
            <a:solidFill>
              <a:srgbClr val="0070C0"/>
            </a:solidFill>
            <a:prstDash val="sysDash"/>
          </a:ln>
        </p:spPr>
      </p:pic>
    </p:spTree>
    <p:extLst>
      <p:ext uri="{BB962C8B-B14F-4D97-AF65-F5344CB8AC3E}">
        <p14:creationId xmlns:p14="http://schemas.microsoft.com/office/powerpoint/2010/main" val="2317518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75" y="101034"/>
            <a:ext cx="4797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</a:rPr>
              <a:t>The attribute [[deprecated]] continued …</a:t>
            </a:r>
            <a:endParaRPr lang="en-US" b="1" u="sn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2E632-E866-40E8-86F0-4373BABF6B54}"/>
              </a:ext>
            </a:extLst>
          </p:cNvPr>
          <p:cNvSpPr/>
          <p:nvPr/>
        </p:nvSpPr>
        <p:spPr>
          <a:xfrm>
            <a:off x="499342" y="471038"/>
            <a:ext cx="62694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The class and enum can be made deprecated as follows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2887BA-3761-4EFC-8ADC-5F55A75F3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82" y="840370"/>
            <a:ext cx="4816050" cy="266446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BD8538-D9F6-F4CD-C230-1D1E6E25F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272" y="1515379"/>
            <a:ext cx="4695825" cy="1314450"/>
          </a:xfrm>
          <a:prstGeom prst="rect">
            <a:avLst/>
          </a:prstGeom>
          <a:ln w="19050">
            <a:solidFill>
              <a:srgbClr val="0070C0"/>
            </a:solidFill>
            <a:prstDash val="sysDash"/>
          </a:ln>
        </p:spPr>
      </p:pic>
    </p:spTree>
    <p:extLst>
      <p:ext uri="{BB962C8B-B14F-4D97-AF65-F5344CB8AC3E}">
        <p14:creationId xmlns:p14="http://schemas.microsoft.com/office/powerpoint/2010/main" val="1266974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75" y="101034"/>
            <a:ext cx="46302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</a:rPr>
              <a:t>Digit Separators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2E632-E866-40E8-86F0-4373BABF6B54}"/>
              </a:ext>
            </a:extLst>
          </p:cNvPr>
          <p:cNvSpPr/>
          <p:nvPr/>
        </p:nvSpPr>
        <p:spPr>
          <a:xfrm>
            <a:off x="488191" y="636292"/>
            <a:ext cx="115216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In </a:t>
            </a:r>
            <a:r>
              <a:rPr lang="en-US" b="1" u="sng" dirty="0" err="1">
                <a:solidFill>
                  <a:srgbClr val="202122"/>
                </a:solidFill>
                <a:latin typeface="Arial" panose="020B0604020202020204" pitchFamily="34" charset="0"/>
              </a:rPr>
              <a:t>c++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14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– the digit separators are introduced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This feature helps to improve the readability of big numbers which are difficult to read</a:t>
            </a:r>
          </a:p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    Ex: 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1000000</a:t>
            </a:r>
            <a:endParaRPr lang="en-US" b="1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C++14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has introduced a feature, and its name is </a:t>
            </a:r>
            <a:r>
              <a:rPr lang="en-US" b="1" dirty="0">
                <a:solidFill>
                  <a:srgbClr val="202122"/>
                </a:solidFill>
                <a:latin typeface="Arial" panose="020B0604020202020204" pitchFamily="34" charset="0"/>
              </a:rPr>
              <a:t>Digit Separator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and denoted by a simple quotation mark (‘)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A128D-59AB-0B60-48CB-1E96E98DD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71" y="2113620"/>
            <a:ext cx="3781425" cy="218122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814774-7AE6-471B-D32C-752468C72110}"/>
              </a:ext>
            </a:extLst>
          </p:cNvPr>
          <p:cNvSpPr txBox="1"/>
          <p:nvPr/>
        </p:nvSpPr>
        <p:spPr>
          <a:xfrm>
            <a:off x="5497550" y="2742567"/>
            <a:ext cx="5341435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digit separator is for only users</a:t>
            </a:r>
          </a:p>
          <a:p>
            <a:r>
              <a:rPr lang="en-US" dirty="0"/>
              <a:t>The compiler automatically reads whole number when used by ignoring digit separator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5AF894-0F0A-8339-A3FA-8DC3F66D3F50}"/>
              </a:ext>
            </a:extLst>
          </p:cNvPr>
          <p:cNvSpPr/>
          <p:nvPr/>
        </p:nvSpPr>
        <p:spPr>
          <a:xfrm>
            <a:off x="1226634" y="2958906"/>
            <a:ext cx="2609386" cy="174587"/>
          </a:xfrm>
          <a:prstGeom prst="rect">
            <a:avLst/>
          </a:prstGeom>
          <a:solidFill>
            <a:schemeClr val="accent6">
              <a:lumMod val="40000"/>
              <a:lumOff val="6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700EEA-44FD-5030-72B6-258AFBB1CCC7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3836020" y="3046200"/>
            <a:ext cx="1661530" cy="15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662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75" y="101034"/>
            <a:ext cx="32363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</a:rPr>
              <a:t>Feature: variable template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2E632-E866-40E8-86F0-4373BABF6B54}"/>
              </a:ext>
            </a:extLst>
          </p:cNvPr>
          <p:cNvSpPr/>
          <p:nvPr/>
        </p:nvSpPr>
        <p:spPr>
          <a:xfrm>
            <a:off x="488191" y="470366"/>
            <a:ext cx="68103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Before C++14, we had class template and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function template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The C++14 introduced – variable template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The global or class variables can be template variables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E28F75-E101-A100-106A-84BDDEC94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10" y="1524117"/>
            <a:ext cx="6810375" cy="296227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476EFA-9B2E-87ED-1A32-64F615B8D49D}"/>
              </a:ext>
            </a:extLst>
          </p:cNvPr>
          <p:cNvSpPr txBox="1"/>
          <p:nvPr/>
        </p:nvSpPr>
        <p:spPr>
          <a:xfrm>
            <a:off x="715518" y="464336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Cpp14/variable_template.cpp at main · </a:t>
            </a:r>
            <a:r>
              <a:rPr lang="en-US" dirty="0" err="1">
                <a:hlinkClick r:id="rId3"/>
              </a:rPr>
              <a:t>shidlingayya</a:t>
            </a:r>
            <a:r>
              <a:rPr lang="en-US" dirty="0">
                <a:hlinkClick r:id="rId3"/>
              </a:rPr>
              <a:t>/Cpp14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37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76" y="101034"/>
            <a:ext cx="2143497" cy="36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</a:rPr>
              <a:t>Generic lambdas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2E632-E866-40E8-86F0-4373BABF6B54}"/>
              </a:ext>
            </a:extLst>
          </p:cNvPr>
          <p:cNvSpPr/>
          <p:nvPr/>
        </p:nvSpPr>
        <p:spPr>
          <a:xfrm>
            <a:off x="488191" y="636292"/>
            <a:ext cx="115216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Before C++14, The lambda expressions type specific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The C++14 introduced –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Generic lambdas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– Same lambda can be used across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multiple data types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It works same as normal function template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1B16A6-ED49-8D5A-D2CC-BCB1A0153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26" y="1739140"/>
            <a:ext cx="4972050" cy="252412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52676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76" y="101034"/>
            <a:ext cx="31582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</a:rPr>
              <a:t>std::</a:t>
            </a:r>
            <a:r>
              <a:rPr lang="en-US" b="1" u="sng" dirty="0" err="1">
                <a:solidFill>
                  <a:srgbClr val="000000"/>
                </a:solidFill>
                <a:latin typeface="Arial" panose="020B0604020202020204" pitchFamily="34" charset="0"/>
              </a:rPr>
              <a:t>make_unique</a:t>
            </a:r>
            <a:endParaRPr lang="en-US" b="1" u="sng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2E632-E866-40E8-86F0-4373BABF6B54}"/>
              </a:ext>
            </a:extLst>
          </p:cNvPr>
          <p:cNvSpPr/>
          <p:nvPr/>
        </p:nvSpPr>
        <p:spPr>
          <a:xfrm>
            <a:off x="488191" y="636292"/>
            <a:ext cx="115216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This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make_unique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used to assign memory to std::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unique_ptr</a:t>
            </a: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It is good programming to use std::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make_unique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instead of direct use of new operator because C++14 with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make_unique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resolves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exception safety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issue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Also, using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make_unique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enables programmer to write less code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40DEF-B595-5366-4CD8-83D4E394C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456" y="2002547"/>
            <a:ext cx="7101120" cy="317161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83923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76" y="101034"/>
            <a:ext cx="1563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</a:rPr>
              <a:t>std::quoted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2E632-E866-40E8-86F0-4373BABF6B54}"/>
              </a:ext>
            </a:extLst>
          </p:cNvPr>
          <p:cNvSpPr/>
          <p:nvPr/>
        </p:nvSpPr>
        <p:spPr>
          <a:xfrm>
            <a:off x="510493" y="616832"/>
            <a:ext cx="1064072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std::quoted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provides handle quoted strings by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preserving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original format of string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It allows you to safely handle strings that contain spaces and special characters while keeping their formatting intact.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This function is defined in the 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&lt;</a:t>
            </a:r>
            <a:r>
              <a:rPr lang="en-US" b="1" u="sng" dirty="0" err="1">
                <a:solidFill>
                  <a:srgbClr val="202122"/>
                </a:solidFill>
                <a:latin typeface="Arial" panose="020B0604020202020204" pitchFamily="34" charset="0"/>
              </a:rPr>
              <a:t>iomanip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&gt; 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header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1E09C-4F2D-646B-8F71-D8DE9A36C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09" y="1933575"/>
            <a:ext cx="7548911" cy="355282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514F8C-3C92-18ED-D6E2-0DF7BCBBE09B}"/>
              </a:ext>
            </a:extLst>
          </p:cNvPr>
          <p:cNvSpPr txBox="1"/>
          <p:nvPr/>
        </p:nvSpPr>
        <p:spPr>
          <a:xfrm>
            <a:off x="859109" y="5708118"/>
            <a:ext cx="3192967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Original content: Hello, Geeks!</a:t>
            </a:r>
          </a:p>
          <a:p>
            <a:r>
              <a:rPr lang="en-US" dirty="0"/>
              <a:t>Quoted content: "Hello, Geeks!"</a:t>
            </a:r>
          </a:p>
        </p:txBody>
      </p:sp>
    </p:spTree>
    <p:extLst>
      <p:ext uri="{BB962C8B-B14F-4D97-AF65-F5344CB8AC3E}">
        <p14:creationId xmlns:p14="http://schemas.microsoft.com/office/powerpoint/2010/main" val="4055597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75" y="101034"/>
            <a:ext cx="19873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0000"/>
                </a:solidFill>
                <a:latin typeface="Arial" panose="020B0604020202020204" pitchFamily="34" charset="0"/>
              </a:rPr>
              <a:t>std::exchange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E210A1-D05C-66BA-963D-88ADC606000D}"/>
              </a:ext>
            </a:extLst>
          </p:cNvPr>
          <p:cNvSpPr/>
          <p:nvPr/>
        </p:nvSpPr>
        <p:spPr>
          <a:xfrm>
            <a:off x="454737" y="570657"/>
            <a:ext cx="106407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The 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exchange() 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function is a built-in function in C++ 14 defined in the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&lt;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utility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&gt;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header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The exchange() function </a:t>
            </a:r>
            <a:r>
              <a:rPr lang="en-US" b="1" u="sng" dirty="0">
                <a:solidFill>
                  <a:srgbClr val="202122"/>
                </a:solidFill>
                <a:latin typeface="Arial" panose="020B0604020202020204" pitchFamily="34" charset="0"/>
              </a:rPr>
              <a:t>copies new value to old value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and it will return the old value</a:t>
            </a:r>
          </a:p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    Syntax: </a:t>
            </a:r>
            <a:r>
              <a:rPr lang="en-US" b="1" dirty="0">
                <a:solidFill>
                  <a:srgbClr val="202122"/>
                </a:solidFill>
                <a:latin typeface="Arial" panose="020B0604020202020204" pitchFamily="34" charset="0"/>
              </a:rPr>
              <a:t>exchange(old, new)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D7D25F-B093-1B24-5498-7E0CF1FA1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65" y="1594278"/>
            <a:ext cx="8164827" cy="450543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99A294-F21F-2679-E997-7412913DFF40}"/>
              </a:ext>
            </a:extLst>
          </p:cNvPr>
          <p:cNvSpPr txBox="1"/>
          <p:nvPr/>
        </p:nvSpPr>
        <p:spPr>
          <a:xfrm>
            <a:off x="9258301" y="3246832"/>
            <a:ext cx="2272061" cy="12003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value1 :20 value2: 20</a:t>
            </a:r>
          </a:p>
          <a:p>
            <a:r>
              <a:rPr lang="en-US" dirty="0"/>
              <a:t>s1 :world s2: world</a:t>
            </a:r>
          </a:p>
          <a:p>
            <a:r>
              <a:rPr lang="en-US" dirty="0"/>
              <a:t>43 43 1 232 3</a:t>
            </a:r>
          </a:p>
          <a:p>
            <a:r>
              <a:rPr lang="en-US" dirty="0"/>
              <a:t>43 43 1 232 3</a:t>
            </a:r>
          </a:p>
        </p:txBody>
      </p:sp>
    </p:spTree>
    <p:extLst>
      <p:ext uri="{BB962C8B-B14F-4D97-AF65-F5344CB8AC3E}">
        <p14:creationId xmlns:p14="http://schemas.microsoft.com/office/powerpoint/2010/main" val="1935107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</TotalTime>
  <Words>1039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Nunito</vt:lpstr>
      <vt:lpstr>Wingdings</vt:lpstr>
      <vt:lpstr>Office Theme</vt:lpstr>
      <vt:lpstr>C++ 14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 Expression</dc:title>
  <dc:creator>Gorlekoppa, Shidlingayya</dc:creator>
  <cp:lastModifiedBy>Gorlekoppa, Shidlingayya</cp:lastModifiedBy>
  <cp:revision>218</cp:revision>
  <dcterms:created xsi:type="dcterms:W3CDTF">2019-02-04T06:21:10Z</dcterms:created>
  <dcterms:modified xsi:type="dcterms:W3CDTF">2025-12-04T06:30:22Z</dcterms:modified>
</cp:coreProperties>
</file>